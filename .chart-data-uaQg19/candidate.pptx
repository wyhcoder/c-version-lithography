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bdd6a2828e4613" /><Relationship Type="http://schemas.openxmlformats.org/officeDocument/2006/relationships/extended-properties" Target="/docProps/app.xml" Id="Rb1ff04c1474a4d00" /><Relationship Type="http://schemas.openxmlformats.org/officeDocument/2006/relationships/officeDocument" Target="/ppt/presentation.xml" Id="Rcd47ef5f1616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9008186344121"/>
  </p:sldMasterIdLst>
  <p:notesMasterIdLst>
    <p:notesMasterId xmlns:r="http://schemas.openxmlformats.org/officeDocument/2006/relationships" r:id="Refad6f4f17df4489"/>
  </p:notesMasterIdLst>
  <p:sldIdLst>
    <p:sldId xmlns:r="http://schemas.openxmlformats.org/officeDocument/2006/relationships" id="256" r:id="R1aa64becbb664604"/>
    <p:sldId xmlns:r="http://schemas.openxmlformats.org/officeDocument/2006/relationships" id="257" r:id="R687fd20bbdb14324"/>
    <p:sldId xmlns:r="http://schemas.openxmlformats.org/officeDocument/2006/relationships" id="258" r:id="Re12a897d335e448a"/>
    <p:sldId xmlns:r="http://schemas.openxmlformats.org/officeDocument/2006/relationships" id="259" r:id="Rbea2ebe487a14c40"/>
    <p:sldId xmlns:r="http://schemas.openxmlformats.org/officeDocument/2006/relationships" id="260" r:id="R28238b4608f847ad"/>
    <p:sldId xmlns:r="http://schemas.openxmlformats.org/officeDocument/2006/relationships" id="261" r:id="Ra7a3c64d0dd943af"/>
    <p:sldId xmlns:r="http://schemas.openxmlformats.org/officeDocument/2006/relationships" id="262" r:id="R09fb13cb4d484f1c"/>
    <p:sldId xmlns:r="http://schemas.openxmlformats.org/officeDocument/2006/relationships" id="263" r:id="Rbba3b969bd104c2c"/>
    <p:sldId xmlns:r="http://schemas.openxmlformats.org/officeDocument/2006/relationships" id="264" r:id="R59fa4f9ec2574928"/>
    <p:sldId xmlns:r="http://schemas.openxmlformats.org/officeDocument/2006/relationships" id="265" r:id="Rfd5d3dc7fe11401d"/>
    <p:sldId xmlns:r="http://schemas.openxmlformats.org/officeDocument/2006/relationships" id="266" r:id="Ree881b9db5c44b38"/>
    <p:sldId xmlns:r="http://schemas.openxmlformats.org/officeDocument/2006/relationships" id="267" r:id="R4f4fe77c22474ff1"/>
    <p:sldId xmlns:r="http://schemas.openxmlformats.org/officeDocument/2006/relationships" id="268" r:id="R48592befae1042c9"/>
    <p:sldId xmlns:r="http://schemas.openxmlformats.org/officeDocument/2006/relationships" id="269" r:id="R08e9b74ef7c04899"/>
    <p:sldId xmlns:r="http://schemas.openxmlformats.org/officeDocument/2006/relationships" id="270" r:id="R7e934aa295144682"/>
    <p:sldId xmlns:r="http://schemas.openxmlformats.org/officeDocument/2006/relationships" id="271" r:id="Rcc7ca80cfff647e9"/>
    <p:sldId xmlns:r="http://schemas.openxmlformats.org/officeDocument/2006/relationships" id="272" r:id="R6f2f2a8dbc934600"/>
    <p:sldId xmlns:r="http://schemas.openxmlformats.org/officeDocument/2006/relationships" id="273" r:id="R3a4b196c7fc5487a"/>
    <p:sldId xmlns:r="http://schemas.openxmlformats.org/officeDocument/2006/relationships" id="274" r:id="R3efb966a50164733"/>
    <p:sldId xmlns:r="http://schemas.openxmlformats.org/officeDocument/2006/relationships" id="275" r:id="R4c083da80bae455c"/>
    <p:sldId xmlns:r="http://schemas.openxmlformats.org/officeDocument/2006/relationships" id="276" r:id="R244c71ebf5b74142"/>
    <p:sldId xmlns:r="http://schemas.openxmlformats.org/officeDocument/2006/relationships" id="277" r:id="R54b34fcee2974598"/>
    <p:sldId xmlns:r="http://schemas.openxmlformats.org/officeDocument/2006/relationships" id="278" r:id="R46ec606fddf74211"/>
    <p:sldId xmlns:r="http://schemas.openxmlformats.org/officeDocument/2006/relationships" id="279" r:id="R2a8ecf4314204306"/>
    <p:sldId xmlns:r="http://schemas.openxmlformats.org/officeDocument/2006/relationships" id="280" r:id="Ra94e22aee5634e53"/>
    <p:sldId xmlns:r="http://schemas.openxmlformats.org/officeDocument/2006/relationships" id="281" r:id="Rb40340d574eb44fb"/>
    <p:sldId xmlns:r="http://schemas.openxmlformats.org/officeDocument/2006/relationships" id="282" r:id="Rc24b645db0634f55"/>
    <p:sldId xmlns:r="http://schemas.openxmlformats.org/officeDocument/2006/relationships" id="283" r:id="R1cc702982585434c"/>
    <p:sldId xmlns:r="http://schemas.openxmlformats.org/officeDocument/2006/relationships" id="284" r:id="Rb0981798082845e4"/>
    <p:sldId xmlns:r="http://schemas.openxmlformats.org/officeDocument/2006/relationships" id="285" r:id="R2b6e16e46dd84640"/>
    <p:sldId xmlns:r="http://schemas.openxmlformats.org/officeDocument/2006/relationships" id="286" r:id="R4cf8baad60444d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6786127d18425f" /><Relationship Type="http://schemas.openxmlformats.org/officeDocument/2006/relationships/slideMaster" Target="/ppt/slideMasters/slideMaster1.xml" Id="Rd1b9008186344121" /><Relationship Type="http://schemas.openxmlformats.org/officeDocument/2006/relationships/notesMaster" Target="/ppt/notesMasters/notesMaster1.xml" Id="Refad6f4f17df4489" /><Relationship Type="http://schemas.openxmlformats.org/officeDocument/2006/relationships/presProps" Target="/ppt/presProps.xml" Id="R5366f2bd9a1c485c" /><Relationship Type="http://schemas.openxmlformats.org/officeDocument/2006/relationships/tableStyles" Target="/ppt/tableStyles.xml" Id="R557ab3730b134257" /><Relationship Type="http://schemas.openxmlformats.org/officeDocument/2006/relationships/slide" Target="/ppt/slides/slide1.xml" Id="R1aa64becbb664604" /><Relationship Type="http://schemas.openxmlformats.org/officeDocument/2006/relationships/slide" Target="/ppt/slides/slide2.xml" Id="R687fd20bbdb14324" /><Relationship Type="http://schemas.openxmlformats.org/officeDocument/2006/relationships/slide" Target="/ppt/slides/slide3.xml" Id="Re12a897d335e448a" /><Relationship Type="http://schemas.openxmlformats.org/officeDocument/2006/relationships/slide" Target="/ppt/slides/slide4.xml" Id="Rbea2ebe487a14c40" /><Relationship Type="http://schemas.openxmlformats.org/officeDocument/2006/relationships/slide" Target="/ppt/slides/slide5.xml" Id="R28238b4608f847ad" /><Relationship Type="http://schemas.openxmlformats.org/officeDocument/2006/relationships/slide" Target="/ppt/slides/slide6.xml" Id="Ra7a3c64d0dd943af" /><Relationship Type="http://schemas.openxmlformats.org/officeDocument/2006/relationships/slide" Target="/ppt/slides/slide7.xml" Id="R09fb13cb4d484f1c" /><Relationship Type="http://schemas.openxmlformats.org/officeDocument/2006/relationships/slide" Target="/ppt/slides/slide8.xml" Id="Rbba3b969bd104c2c" /><Relationship Type="http://schemas.openxmlformats.org/officeDocument/2006/relationships/slide" Target="/ppt/slides/slide9.xml" Id="R59fa4f9ec2574928" /><Relationship Type="http://schemas.openxmlformats.org/officeDocument/2006/relationships/slide" Target="/ppt/slides/slide10.xml" Id="Rfd5d3dc7fe11401d" /><Relationship Type="http://schemas.openxmlformats.org/officeDocument/2006/relationships/slide" Target="/ppt/slides/slide11.xml" Id="Ree881b9db5c44b38" /><Relationship Type="http://schemas.openxmlformats.org/officeDocument/2006/relationships/slide" Target="/ppt/slides/slide12.xml" Id="R4f4fe77c22474ff1" /><Relationship Type="http://schemas.openxmlformats.org/officeDocument/2006/relationships/slide" Target="/ppt/slides/slide13.xml" Id="R48592befae1042c9" /><Relationship Type="http://schemas.openxmlformats.org/officeDocument/2006/relationships/slide" Target="/ppt/slides/slide14.xml" Id="R08e9b74ef7c04899" /><Relationship Type="http://schemas.openxmlformats.org/officeDocument/2006/relationships/slide" Target="/ppt/slides/slide15.xml" Id="R7e934aa295144682" /><Relationship Type="http://schemas.openxmlformats.org/officeDocument/2006/relationships/slide" Target="/ppt/slides/slide16.xml" Id="Rcc7ca80cfff647e9" /><Relationship Type="http://schemas.openxmlformats.org/officeDocument/2006/relationships/slide" Target="/ppt/slides/slide17.xml" Id="R6f2f2a8dbc934600" /><Relationship Type="http://schemas.openxmlformats.org/officeDocument/2006/relationships/slide" Target="/ppt/slides/slide18.xml" Id="R3a4b196c7fc5487a" /><Relationship Type="http://schemas.openxmlformats.org/officeDocument/2006/relationships/slide" Target="/ppt/slides/slide19.xml" Id="R3efb966a50164733" /><Relationship Type="http://schemas.openxmlformats.org/officeDocument/2006/relationships/slide" Target="/ppt/slides/slide20.xml" Id="R4c083da80bae455c" /><Relationship Type="http://schemas.openxmlformats.org/officeDocument/2006/relationships/slide" Target="/ppt/slides/slide21.xml" Id="R244c71ebf5b74142" /><Relationship Type="http://schemas.openxmlformats.org/officeDocument/2006/relationships/slide" Target="/ppt/slides/slide22.xml" Id="R54b34fcee2974598" /><Relationship Type="http://schemas.openxmlformats.org/officeDocument/2006/relationships/slide" Target="/ppt/slides/slide23.xml" Id="R46ec606fddf74211" /><Relationship Type="http://schemas.openxmlformats.org/officeDocument/2006/relationships/slide" Target="/ppt/slides/slide24.xml" Id="R2a8ecf4314204306" /><Relationship Type="http://schemas.openxmlformats.org/officeDocument/2006/relationships/slide" Target="/ppt/slides/slide25.xml" Id="Ra94e22aee5634e53" /><Relationship Type="http://schemas.openxmlformats.org/officeDocument/2006/relationships/slide" Target="/ppt/slides/slide26.xml" Id="Rb40340d574eb44fb" /><Relationship Type="http://schemas.openxmlformats.org/officeDocument/2006/relationships/slide" Target="/ppt/slides/slide27.xml" Id="Rc24b645db0634f55" /><Relationship Type="http://schemas.openxmlformats.org/officeDocument/2006/relationships/slide" Target="/ppt/slides/slide28.xml" Id="R1cc702982585434c" /><Relationship Type="http://schemas.openxmlformats.org/officeDocument/2006/relationships/slide" Target="/ppt/slides/slide29.xml" Id="Rb0981798082845e4" /><Relationship Type="http://schemas.openxmlformats.org/officeDocument/2006/relationships/slide" Target="/ppt/slides/slide30.xml" Id="R2b6e16e46dd84640" /><Relationship Type="http://schemas.openxmlformats.org/officeDocument/2006/relationships/slide" Target="/ppt/slides/slide31.xml" Id="R4cf8baad6044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961ded668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e29b4a0fc4032" /><Relationship Type="http://schemas.openxmlformats.org/officeDocument/2006/relationships/notesMaster" Target="/ppt/notesMasters/notesMaster1.xml" Id="Re3ef375a7884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e45c95c84c4745" /><Relationship Type="http://schemas.openxmlformats.org/officeDocument/2006/relationships/notesMaster" Target="/ppt/notesMasters/notesMaster1.xml" Id="R69071966b445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7bf948e0eb40cb" /><Relationship Type="http://schemas.openxmlformats.org/officeDocument/2006/relationships/notesMaster" Target="/ppt/notesMasters/notesMaster1.xml" Id="Rbd233c51b39b4a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e808885e074d8f" /><Relationship Type="http://schemas.openxmlformats.org/officeDocument/2006/relationships/notesMaster" Target="/ppt/notesMasters/notesMaster1.xml" Id="R87b305e9a8c6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6a346c10b4954" /><Relationship Type="http://schemas.openxmlformats.org/officeDocument/2006/relationships/notesMaster" Target="/ppt/notesMasters/notesMaster1.xml" Id="R5677938b0f5342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af62f575284e24" /><Relationship Type="http://schemas.openxmlformats.org/officeDocument/2006/relationships/notesMaster" Target="/ppt/notesMasters/notesMaster1.xml" Id="R91ea418a99ac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59ba7a518b4245" /><Relationship Type="http://schemas.openxmlformats.org/officeDocument/2006/relationships/notesMaster" Target="/ppt/notesMasters/notesMaster1.xml" Id="R042fe849cfda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0931565424d5e" /><Relationship Type="http://schemas.openxmlformats.org/officeDocument/2006/relationships/notesMaster" Target="/ppt/notesMasters/notesMaster1.xml" Id="Recfbdc8dd6754e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cd775f37184a43" /><Relationship Type="http://schemas.openxmlformats.org/officeDocument/2006/relationships/notesMaster" Target="/ppt/notesMasters/notesMaster1.xml" Id="R88acd6123eb0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8041349e64a0b" /><Relationship Type="http://schemas.openxmlformats.org/officeDocument/2006/relationships/notesMaster" Target="/ppt/notesMasters/notesMaster1.xml" Id="R1bf72b68b53d4e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14af76e5d64391" /><Relationship Type="http://schemas.openxmlformats.org/officeDocument/2006/relationships/notesMaster" Target="/ppt/notesMasters/notesMaster1.xml" Id="R3c7cfa3faed14f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8f961ff75748a4" /><Relationship Type="http://schemas.openxmlformats.org/officeDocument/2006/relationships/notesMaster" Target="/ppt/notesMasters/notesMaster1.xml" Id="R91fbd33f4efb43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ea2872a1a240f1" /><Relationship Type="http://schemas.openxmlformats.org/officeDocument/2006/relationships/notesMaster" Target="/ppt/notesMasters/notesMaster1.xml" Id="Ra2f11ad1ab8746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7a76e404704efb" /><Relationship Type="http://schemas.openxmlformats.org/officeDocument/2006/relationships/notesMaster" Target="/ppt/notesMasters/notesMaster1.xml" Id="Re54aa2f5c94549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1a83656db943c5" /><Relationship Type="http://schemas.openxmlformats.org/officeDocument/2006/relationships/notesMaster" Target="/ppt/notesMasters/notesMaster1.xml" Id="R32f47268e2444d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da76c755a74d2b" /><Relationship Type="http://schemas.openxmlformats.org/officeDocument/2006/relationships/notesMaster" Target="/ppt/notesMasters/notesMaster1.xml" Id="Reb1d062919734a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3fbf852a064767" /><Relationship Type="http://schemas.openxmlformats.org/officeDocument/2006/relationships/notesMaster" Target="/ppt/notesMasters/notesMaster1.xml" Id="R003a85affdfb49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2deaba5c2f41ae" /><Relationship Type="http://schemas.openxmlformats.org/officeDocument/2006/relationships/notesMaster" Target="/ppt/notesMasters/notesMaster1.xml" Id="Rec1310e55e064e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0cf6bd9212409f" /><Relationship Type="http://schemas.openxmlformats.org/officeDocument/2006/relationships/notesMaster" Target="/ppt/notesMasters/notesMaster1.xml" Id="R8e184ab792df41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b0a5c5c2be4055" /><Relationship Type="http://schemas.openxmlformats.org/officeDocument/2006/relationships/notesMaster" Target="/ppt/notesMasters/notesMaster1.xml" Id="R6abd80b0f1dd43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8e0cad0ec14b89" /><Relationship Type="http://schemas.openxmlformats.org/officeDocument/2006/relationships/notesMaster" Target="/ppt/notesMasters/notesMaster1.xml" Id="R3f5b21c564cd42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71cb04ce0448bc" /><Relationship Type="http://schemas.openxmlformats.org/officeDocument/2006/relationships/notesMaster" Target="/ppt/notesMasters/notesMaster1.xml" Id="Raf0eca6d763e4f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56c64bdbae4620" /><Relationship Type="http://schemas.openxmlformats.org/officeDocument/2006/relationships/notesMaster" Target="/ppt/notesMasters/notesMaster1.xml" Id="R0076f8e9b65643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981727e95c4ff8" /><Relationship Type="http://schemas.openxmlformats.org/officeDocument/2006/relationships/notesMaster" Target="/ppt/notesMasters/notesMaster1.xml" Id="R043c91a1774845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378ea13c534035" /><Relationship Type="http://schemas.openxmlformats.org/officeDocument/2006/relationships/notesMaster" Target="/ppt/notesMasters/notesMaster1.xml" Id="Rfd7c59bb674f44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9ed4bcb338449b" /><Relationship Type="http://schemas.openxmlformats.org/officeDocument/2006/relationships/notesMaster" Target="/ppt/notesMasters/notesMaster1.xml" Id="R4a8c869318434f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cadbe10d7349d3" /><Relationship Type="http://schemas.openxmlformats.org/officeDocument/2006/relationships/notesMaster" Target="/ppt/notesMasters/notesMaster1.xml" Id="Rfee9cfee54c543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699c228117499e" /><Relationship Type="http://schemas.openxmlformats.org/officeDocument/2006/relationships/notesMaster" Target="/ppt/notesMasters/notesMaster1.xml" Id="Re3411778b0aa49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0620238a434399" /><Relationship Type="http://schemas.openxmlformats.org/officeDocument/2006/relationships/notesMaster" Target="/ppt/notesMasters/notesMaster1.xml" Id="R6adec233ef4044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b8ff851d1546be" /><Relationship Type="http://schemas.openxmlformats.org/officeDocument/2006/relationships/notesMaster" Target="/ppt/notesMasters/notesMaster1.xml" Id="R8aad8818d70a4a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7f6779e80641b1" /><Relationship Type="http://schemas.openxmlformats.org/officeDocument/2006/relationships/notesMaster" Target="/ppt/notesMasters/notesMaster1.xml" Id="Rb28fc06f1c034b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Contact 与 Metal 两份 1024×1024 实验结果。主结果来自 full_chip_ctm/full_chip_lsm；方法依据当前源码。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图源：result/partition/contact_1_0_only_1024_8x8/partition.png 与 metal_3_0_only_1024_8x8/partition.png。Contact 示意 Guard=40，Metal 示意 Guard=30；优化配置中两者 Guard 均为40。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图源：result/partition/contact_1_0_only_1024_8x8/partition_micro_36.png。实现：include/utils/partition.h 与 source/utils/partition.cpp。Guard 属于 Halo，update_local 是包含角区的 Core+Guard 矩形。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依据：MicroNeighbor::my_guard_local / neighbor_overlap_local。Micro36 左右上下邻居为35/37/28/44。只建立实际四邻域，不额外建立周期逻辑邻居；越界Halo提取使用周期取值。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实现：source/utils/micro_gradient_exchange.cpp::compute，source/optimizer/full_chip_ctm.cpp 与 full_chip_lsm.cpp。OpenMP 并行区结束有隐式等待；共享只读光学cache，每个Worker独占FFT工作缓冲区。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实现：source/litho_model/imaging.cpp::compute，source/utils/loss.cpp::pe_loss，source/optimizer/full_chip_ctm.cpp。S 为 source_weight_sum，SOCS分支使用特征值作为权重。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本次两组保存配置 loss_type=PEPenalty。F=R∩{T&gt;0.5}，B=R\F。主图 PE 与背景惩罚使用不重叠的窗口。EPE 权重为0，仅用于诊断。当前代码 PE_EPE 才使用膨胀主图评价 EPE、其余背景评价 PE。梯度保留完整 Halo 光学反传，phi 仅更新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实现：source/utils/micro_gradient_exchange.cpp:310-325。Average强度s=1；Linear靠近Core为0，向Guard外侧升到1。当前结果使用Average，owner/neighbor各0.5。Core与Guard角区不进入四邻条带融合。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实现：source/utils/micro_gradient_exchange.cpp:287-330。CTM/LSM强制cept_guard_only=true。损失按各块有向Guard→邻居Core项累计，不是相邻Core像素差。Guard-only驱动未包含总有向和对邻居Core端的完整导数。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实现：source/optimizer/full_chip_ctm.cpp。mask=(1+cos(theta))/2，theta梯度=-0.5*mask_gradient*sin(theta)，learning_rate=0.9。初始化使用原C++CTM方式，二值化复用Imbinarize。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实现：source/optimizer/full_chip_lsm.cpp::evolution_term 与RK2；source/utils/level_set_utils.cpp；source/utils/levelset_mask_renderer.cpp。g_total作为法向速度，不对renderer做phi链式求导。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保存结果 CTM 的 data_loss=pe_contribution，CEPT 权重1。Metal 保存 YAML pe_weight=0.8，但历史分项按旧版本实际系数1输出，不能用当前源码反推旧实验系数。LSM 保存 PEPenalty，PE=1、BG=1、CEPT=1，EPE=0。CTM θ、LSM phi 都只更新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Contact：LSM回拼全图PE=4426.367468603468，其中原始主图PE=3166.989077571714，背景PE=1259.3783910324123。日志total_pe=8676.854862428172仅评价Core+Guard中的主图，重叠Guard重复评价。Core主图PE=3166.989077571713。</a:t>
            </a:r>
          </a:p>
          <a:p xmlns:a="http://schemas.openxmlformats.org/drawingml/2006/main">
            <a:r>
              <a:t>Metal：LSM回拼全图PE=2755.477987631852，其中原始主图PE=1378.945085434858，背景PE=1376.5329021974326。日志total_pe=3247.4098742832894仅评价Core+Guard中的主图，重叠Guard重复评价。Core主图PE=1378.9450854348572。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最新图源：两份 ep_points_zoom.png；EP数量与 ep_epe.csv一致。两份保存配置仍为 epe_sampling=contact。EPE权重0，用于评价，不把Metal标成select_eps_others。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数值从最新 ep_epe.csv重新统计，每个全局EP由所属Core统计一次。物理像素尺寸8nm。绝对EPE报告，平方EPE驱动冻结斜率，未包含斜率随mask的导数。本次保存实验EPE权重0。均值受平坦光强处的异常点影响，建议结合中位数/P95。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/ctm_boundary_ablation/metal_4x4_100/metrics.csv。只引用snapshot=final的4组。相同初始化与数据项，Linear融合0.5/0.5，CEPT权重1。主展示的8×8结果使用Average，此对照不混入主结果。重叠RMSE比较同位置Guard/Core，前景接缝MAE比较最终相邻Core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结论依据本演示引用的真实CSV和当前源码；没有串行基线，不能宣称加速倍数。当前成像是局部独立mask的Core回拼，并非1024整图重新成像。建议后续实验不是当前已完成实现。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SM耗时来自两份summary.csv的seconds：Contact=189.221672583，Metal=209.240569625。demo_full_chip_lsm.cpp在optimizer.optimize调用前后计时。包括optimize内初始化、初次评价、全部迭代、最佳状态管理，不含调用前光学SOCS准备及调用后的输出和对比成像。CTM summary.csv没有seconds字段，结果目录没有保存运行日志，故标为未记录。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350570e5d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bb829872442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d25d169b041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742bf4fbe42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dbd98946946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60c3746d6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FACED-2036-4BBE-85DF-2B15C7644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7F062E-73B5-4CB7-8D53-A3EEED1408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1F76E3-7F99-471C-9F1A-9CF07A742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0E7D3-3551-4C7F-A05B-A314D67C9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D9E687-BD80-4268-AE27-0F9B10E73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092BB8-BA58-4A3E-AC9D-916FF7C61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00EE81-6872-4206-A7B1-2CAE85F8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77DC4-4A2F-48EE-997C-0A201C09E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1CD85-29C1-4656-8359-C6039FB46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D5865-3E6F-467F-8C85-3818B3C99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9a1ee2ef6948e9" /><Relationship Type="http://schemas.openxmlformats.org/officeDocument/2006/relationships/slideLayout" Target="/ppt/slideLayouts/slideLayout1.xml" Id="Raf4e2e0fe8cd42d6" /><Relationship Type="http://schemas.openxmlformats.org/officeDocument/2006/relationships/slideLayout" Target="/ppt/slideLayouts/slideLayout2.xml" Id="R5c9874efa45846cb" /><Relationship Type="http://schemas.openxmlformats.org/officeDocument/2006/relationships/slideLayout" Target="/ppt/slideLayouts/slideLayout3.xml" Id="R0fb2673882b94fb5" /><Relationship Type="http://schemas.openxmlformats.org/officeDocument/2006/relationships/slideLayout" Target="/ppt/slideLayouts/slideLayout4.xml" Id="R9a3fcc7f929b48d0" /><Relationship Type="http://schemas.openxmlformats.org/officeDocument/2006/relationships/slideLayout" Target="/ppt/slideLayouts/slideLayout5.xml" Id="Rf1e9e8719e384963" /><Relationship Type="http://schemas.openxmlformats.org/officeDocument/2006/relationships/slideLayout" Target="/ppt/slideLayouts/slideLayout6.xml" Id="R1e2b0158304640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4e2e0fe8cd42d6"/>
    <p:sldLayoutId xmlns:r="http://schemas.openxmlformats.org/officeDocument/2006/relationships" id="2147483650" r:id="R5c9874efa45846cb"/>
    <p:sldLayoutId xmlns:r="http://schemas.openxmlformats.org/officeDocument/2006/relationships" id="2147483651" r:id="R0fb2673882b94fb5"/>
    <p:sldLayoutId xmlns:r="http://schemas.openxmlformats.org/officeDocument/2006/relationships" id="2147483652" r:id="R9a3fcc7f929b48d0"/>
    <p:sldLayoutId xmlns:r="http://schemas.openxmlformats.org/officeDocument/2006/relationships" id="2147483653" r:id="Rf1e9e8719e384963"/>
    <p:sldLayoutId xmlns:r="http://schemas.openxmlformats.org/officeDocument/2006/relationships" id="2147483654" r:id="R1e2b0158304640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b3bc546af49e9" /><Relationship Type="http://schemas.openxmlformats.org/officeDocument/2006/relationships/image" Target="/ppt/media/image.png" Id="R55c592600fd6450b" /><Relationship Type="http://schemas.openxmlformats.org/officeDocument/2006/relationships/image" Target="/ppt/media/image2.png" Id="Rdceeec1bcf2446a1" /><Relationship Type="http://schemas.openxmlformats.org/officeDocument/2006/relationships/notesSlide" Target="/ppt/notesSlides/notesSlide1.xml" Id="Rb29b6455feb5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49d4473c14e94" /><Relationship Type="http://schemas.openxmlformats.org/officeDocument/2006/relationships/notesSlide" Target="/ppt/notesSlides/notesSlide2.xml" Id="Re2f54734da03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89b7759d44af2" /><Relationship Type="http://schemas.openxmlformats.org/officeDocument/2006/relationships/image" Target="/ppt/media/image3.png" Id="R8c06afea68e34ab3" /><Relationship Type="http://schemas.openxmlformats.org/officeDocument/2006/relationships/image" Target="/ppt/media/image4.png" Id="Rb6c1a443b5db4175" /><Relationship Type="http://schemas.openxmlformats.org/officeDocument/2006/relationships/notesSlide" Target="/ppt/notesSlides/notesSlide3.xml" Id="R6324059d5137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034f58ed04cbd" /><Relationship Type="http://schemas.openxmlformats.org/officeDocument/2006/relationships/image" Target="/ppt/media/image5.png" Id="R56428b7ccb204cd8" /><Relationship Type="http://schemas.openxmlformats.org/officeDocument/2006/relationships/notesSlide" Target="/ppt/notesSlides/notesSlide4.xml" Id="R9e5a7348ba85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70de5365442fc" /><Relationship Type="http://schemas.openxmlformats.org/officeDocument/2006/relationships/image" Target="/ppt/media/image6.png" Id="Rf936c8c0c6d140ec" /><Relationship Type="http://schemas.openxmlformats.org/officeDocument/2006/relationships/notesSlide" Target="/ppt/notesSlides/notesSlide5.xml" Id="R754f9aa293a64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d5ae5cf0147e6" /><Relationship Type="http://schemas.openxmlformats.org/officeDocument/2006/relationships/notesSlide" Target="/ppt/notesSlides/notesSlide6.xml" Id="R8fcf32b17bd6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151eab2724d09" /><Relationship Type="http://schemas.openxmlformats.org/officeDocument/2006/relationships/image" Target="/ppt/media/image7.png" Id="R9700688316b841c2" /><Relationship Type="http://schemas.openxmlformats.org/officeDocument/2006/relationships/image" Target="/ppt/media/image8.png" Id="Ra71fd5ce2cb94df0" /><Relationship Type="http://schemas.openxmlformats.org/officeDocument/2006/relationships/image" Target="/ppt/media/image9.png" Id="R24572fdd221b4539" /><Relationship Type="http://schemas.openxmlformats.org/officeDocument/2006/relationships/image" Target="/ppt/media/image10.png" Id="R6dff5fd8c88f44fb" /><Relationship Type="http://schemas.openxmlformats.org/officeDocument/2006/relationships/notesSlide" Target="/ppt/notesSlides/notesSlide7.xml" Id="R795159fbd57a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127d61a9b4158" /><Relationship Type="http://schemas.openxmlformats.org/officeDocument/2006/relationships/image" Target="/ppt/media/image11.png" Id="R5d365721dbb948e3" /><Relationship Type="http://schemas.openxmlformats.org/officeDocument/2006/relationships/image" Target="/ppt/media/image12.png" Id="R03b95f65777541cb" /><Relationship Type="http://schemas.openxmlformats.org/officeDocument/2006/relationships/image" Target="/ppt/media/image13.png" Id="R5ac8a9af397f47ed" /><Relationship Type="http://schemas.openxmlformats.org/officeDocument/2006/relationships/image" Target="/ppt/media/image14.png" Id="Ra34ec3c13fa04336" /><Relationship Type="http://schemas.openxmlformats.org/officeDocument/2006/relationships/image" Target="/ppt/media/image15.png" Id="R1e31d91e60354e50" /><Relationship Type="http://schemas.openxmlformats.org/officeDocument/2006/relationships/notesSlide" Target="/ppt/notesSlides/notesSlide8.xml" Id="Rfb29443ea1b84d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19f8ecc8f46d5" /><Relationship Type="http://schemas.openxmlformats.org/officeDocument/2006/relationships/image" Target="/ppt/media/image16.png" Id="Rf5e9839a61584094" /><Relationship Type="http://schemas.openxmlformats.org/officeDocument/2006/relationships/image" Target="/ppt/media/image17.png" Id="R2d35198384014ff0" /><Relationship Type="http://schemas.openxmlformats.org/officeDocument/2006/relationships/image" Target="/ppt/media/image18.png" Id="R9152187d2fc14f2c" /><Relationship Type="http://schemas.openxmlformats.org/officeDocument/2006/relationships/notesSlide" Target="/ppt/notesSlides/notesSlide9.xml" Id="R4c5feeffd1a84d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3e1bde2ab4224" /><Relationship Type="http://schemas.openxmlformats.org/officeDocument/2006/relationships/image" Target="/ppt/media/image19.png" Id="Re88873615373430a" /><Relationship Type="http://schemas.openxmlformats.org/officeDocument/2006/relationships/image" Target="/ppt/media/image20.png" Id="R338c478e99bf48d5" /><Relationship Type="http://schemas.openxmlformats.org/officeDocument/2006/relationships/image" Target="/ppt/media/image21.png" Id="R7ed97da509674bb1" /><Relationship Type="http://schemas.openxmlformats.org/officeDocument/2006/relationships/notesSlide" Target="/ppt/notesSlides/notesSlide10.xml" Id="R979c30d5c10346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9781202964bd4" /><Relationship Type="http://schemas.openxmlformats.org/officeDocument/2006/relationships/image" Target="/ppt/media/image22.png" Id="R966f8b5c19c743e5" /><Relationship Type="http://schemas.openxmlformats.org/officeDocument/2006/relationships/image" Target="/ppt/media/image23.png" Id="Rb94856b380aa4258" /><Relationship Type="http://schemas.openxmlformats.org/officeDocument/2006/relationships/image" Target="/ppt/media/image24.png" Id="Rd8494066ae13427a" /><Relationship Type="http://schemas.openxmlformats.org/officeDocument/2006/relationships/notesSlide" Target="/ppt/notesSlides/notesSlide11.xml" Id="R31476f5c750946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ecda40fbe4ba0" /><Relationship Type="http://schemas.openxmlformats.org/officeDocument/2006/relationships/image" Target="/ppt/media/image25.png" Id="Re4b68f8dcc2e4e2b" /><Relationship Type="http://schemas.openxmlformats.org/officeDocument/2006/relationships/image" Target="/ppt/media/image26.png" Id="R77ac1e9fa8804592" /><Relationship Type="http://schemas.openxmlformats.org/officeDocument/2006/relationships/image" Target="/ppt/media/image27.png" Id="Rc0ae06e921ca4a20" /><Relationship Type="http://schemas.openxmlformats.org/officeDocument/2006/relationships/image" Target="/ppt/media/image28.png" Id="R4fc2e76162304b70" /><Relationship Type="http://schemas.openxmlformats.org/officeDocument/2006/relationships/notesSlide" Target="/ppt/notesSlides/notesSlide12.xml" Id="Rfa84d277a50d4f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8a27fa4b14486" /><Relationship Type="http://schemas.openxmlformats.org/officeDocument/2006/relationships/notesSlide" Target="/ppt/notesSlides/notesSlide13.xml" Id="R807e3439c42049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ebaffd0eb4253" /><Relationship Type="http://schemas.openxmlformats.org/officeDocument/2006/relationships/image" Target="/ppt/media/image29.png" Id="Rd90f2aaa283949bd" /><Relationship Type="http://schemas.openxmlformats.org/officeDocument/2006/relationships/image" Target="/ppt/media/image30.png" Id="R44d04f82696d4a50" /><Relationship Type="http://schemas.openxmlformats.org/officeDocument/2006/relationships/image" Target="/ppt/media/image31.png" Id="R78725bcae2044fb7" /><Relationship Type="http://schemas.openxmlformats.org/officeDocument/2006/relationships/image" Target="/ppt/media/image32.png" Id="Ra203e41a10594f7c" /><Relationship Type="http://schemas.openxmlformats.org/officeDocument/2006/relationships/notesSlide" Target="/ppt/notesSlides/notesSlide14.xml" Id="R9632eac69e9b49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0726b19794e33" /><Relationship Type="http://schemas.openxmlformats.org/officeDocument/2006/relationships/image" Target="/ppt/media/image33.png" Id="R5466c55248b64557" /><Relationship Type="http://schemas.openxmlformats.org/officeDocument/2006/relationships/image" Target="/ppt/media/image34.png" Id="R58f6432f2ede451a" /><Relationship Type="http://schemas.openxmlformats.org/officeDocument/2006/relationships/image" Target="/ppt/media/image35.png" Id="Rd2a4e25322f84bb4" /><Relationship Type="http://schemas.openxmlformats.org/officeDocument/2006/relationships/image" Target="/ppt/media/image36.png" Id="R3ebcee6809124bd3" /><Relationship Type="http://schemas.openxmlformats.org/officeDocument/2006/relationships/notesSlide" Target="/ppt/notesSlides/notesSlide15.xml" Id="R7ce16c6f4b004c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50f96fc9c41ae" /><Relationship Type="http://schemas.openxmlformats.org/officeDocument/2006/relationships/image" Target="/ppt/media/image37.png" Id="Racf025d3d440464c" /><Relationship Type="http://schemas.openxmlformats.org/officeDocument/2006/relationships/image" Target="/ppt/media/image38.png" Id="R28afd3ac7018486e" /><Relationship Type="http://schemas.openxmlformats.org/officeDocument/2006/relationships/image" Target="/ppt/media/image39.png" Id="R631f2edee4eb463a" /><Relationship Type="http://schemas.openxmlformats.org/officeDocument/2006/relationships/image" Target="/ppt/media/image40.png" Id="R0fa688a2d4fd4884" /><Relationship Type="http://schemas.openxmlformats.org/officeDocument/2006/relationships/image" Target="/ppt/media/image41.png" Id="R8203200dd79a451a" /><Relationship Type="http://schemas.openxmlformats.org/officeDocument/2006/relationships/image" Target="/ppt/media/image42.png" Id="R2a90585fae394463" /><Relationship Type="http://schemas.openxmlformats.org/officeDocument/2006/relationships/notesSlide" Target="/ppt/notesSlides/notesSlide16.xml" Id="Rd01f51bd310f40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ae1f064284b4c" /><Relationship Type="http://schemas.openxmlformats.org/officeDocument/2006/relationships/image" Target="/ppt/media/image43.png" Id="R910ae88614254c1f" /><Relationship Type="http://schemas.openxmlformats.org/officeDocument/2006/relationships/image" Target="/ppt/media/image44.png" Id="R5cbb20ca1ad7432b" /><Relationship Type="http://schemas.openxmlformats.org/officeDocument/2006/relationships/image" Target="/ppt/media/image45.png" Id="R8d03c6c8e98d4626" /><Relationship Type="http://schemas.openxmlformats.org/officeDocument/2006/relationships/image" Target="/ppt/media/image46.png" Id="R3ab95bebbd9d4737" /><Relationship Type="http://schemas.openxmlformats.org/officeDocument/2006/relationships/image" Target="/ppt/media/image47.png" Id="R2e664bc762f94857" /><Relationship Type="http://schemas.openxmlformats.org/officeDocument/2006/relationships/image" Target="/ppt/media/image48.png" Id="Rf3eac33fbede4604" /><Relationship Type="http://schemas.openxmlformats.org/officeDocument/2006/relationships/notesSlide" Target="/ppt/notesSlides/notesSlide17.xml" Id="Rf67414fe58a743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937b3e13f4c6f" /><Relationship Type="http://schemas.openxmlformats.org/officeDocument/2006/relationships/image" Target="/ppt/media/image49.png" Id="R93d9f09cdca74752" /><Relationship Type="http://schemas.openxmlformats.org/officeDocument/2006/relationships/image" Target="/ppt/media/image50.png" Id="Rabb0c5f1cd4f4550" /><Relationship Type="http://schemas.openxmlformats.org/officeDocument/2006/relationships/image" Target="/ppt/media/image51.png" Id="R5e91345f9ee7490a" /><Relationship Type="http://schemas.openxmlformats.org/officeDocument/2006/relationships/image" Target="/ppt/media/image52.png" Id="Rdf360f0acb5f4d0e" /><Relationship Type="http://schemas.openxmlformats.org/officeDocument/2006/relationships/image" Target="/ppt/media/image53.png" Id="Re8c9a079d7da4fd4" /><Relationship Type="http://schemas.openxmlformats.org/officeDocument/2006/relationships/image" Target="/ppt/media/image54.png" Id="R4bcf0d7127984e80" /><Relationship Type="http://schemas.openxmlformats.org/officeDocument/2006/relationships/notesSlide" Target="/ppt/notesSlides/notesSlide18.xml" Id="R9ef339cb9eca43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3fa8066134b5e" /><Relationship Type="http://schemas.openxmlformats.org/officeDocument/2006/relationships/image" Target="/ppt/media/image55.png" Id="R05ea769e6322462f" /><Relationship Type="http://schemas.openxmlformats.org/officeDocument/2006/relationships/image" Target="/ppt/media/image56.png" Id="Rf22b35e0e11b4aaf" /><Relationship Type="http://schemas.openxmlformats.org/officeDocument/2006/relationships/image" Target="/ppt/media/image57.png" Id="R0c59d816fe914aa0" /><Relationship Type="http://schemas.openxmlformats.org/officeDocument/2006/relationships/image" Target="/ppt/media/image58.png" Id="R713e2be087604e45" /><Relationship Type="http://schemas.openxmlformats.org/officeDocument/2006/relationships/image" Target="/ppt/media/image59.png" Id="R0f9269b9104644f5" /><Relationship Type="http://schemas.openxmlformats.org/officeDocument/2006/relationships/image" Target="/ppt/media/image60.png" Id="Ra5f96a0ee5e44e88" /><Relationship Type="http://schemas.openxmlformats.org/officeDocument/2006/relationships/notesSlide" Target="/ppt/notesSlides/notesSlide19.xml" Id="Rc3f4877cca3f4d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a97b7b76c4b48" /><Relationship Type="http://schemas.openxmlformats.org/officeDocument/2006/relationships/image" Target="/ppt/media/image61.png" Id="Rb273099c67354267" /><Relationship Type="http://schemas.openxmlformats.org/officeDocument/2006/relationships/image" Target="/ppt/media/image62.png" Id="Rba8f8d65acaa49d0" /><Relationship Type="http://schemas.openxmlformats.org/officeDocument/2006/relationships/image" Target="/ppt/media/image63.png" Id="R3af9d71fa1b04a64" /><Relationship Type="http://schemas.openxmlformats.org/officeDocument/2006/relationships/notesSlide" Target="/ppt/notesSlides/notesSlide20.xml" Id="R30971e77c4ca42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862fdb2bb4bbb" /><Relationship Type="http://schemas.openxmlformats.org/officeDocument/2006/relationships/image" Target="/ppt/media/image64.png" Id="R7261f515a35247c8" /><Relationship Type="http://schemas.openxmlformats.org/officeDocument/2006/relationships/image" Target="/ppt/media/image65.png" Id="R4365da970c8645c8" /><Relationship Type="http://schemas.openxmlformats.org/officeDocument/2006/relationships/image" Target="/ppt/media/image66.png" Id="R11d2f515bff04e40" /><Relationship Type="http://schemas.openxmlformats.org/officeDocument/2006/relationships/notesSlide" Target="/ppt/notesSlides/notesSlide21.xml" Id="R006d675e3cc143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548ac531e4d2c" /><Relationship Type="http://schemas.openxmlformats.org/officeDocument/2006/relationships/image" Target="/ppt/media/image67.png" Id="Rb96ed38c971d4e8c" /><Relationship Type="http://schemas.openxmlformats.org/officeDocument/2006/relationships/image" Target="/ppt/media/image68.png" Id="Rf41fa277911d4c23" /><Relationship Type="http://schemas.openxmlformats.org/officeDocument/2006/relationships/image" Target="/ppt/media/image69.png" Id="R1a44e4da4b354e95" /><Relationship Type="http://schemas.openxmlformats.org/officeDocument/2006/relationships/notesSlide" Target="/ppt/notesSlides/notesSlide22.xml" Id="R0402988b3f5e4b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42ed9704d4abd" /><Relationship Type="http://schemas.openxmlformats.org/officeDocument/2006/relationships/image" Target="/ppt/media/image70.png" Id="R20f10f02bb874674" /><Relationship Type="http://schemas.openxmlformats.org/officeDocument/2006/relationships/image" Target="/ppt/media/image71.png" Id="Rbba087a753424510" /><Relationship Type="http://schemas.openxmlformats.org/officeDocument/2006/relationships/image" Target="/ppt/media/image72.png" Id="R08e898cca07544ef" /><Relationship Type="http://schemas.openxmlformats.org/officeDocument/2006/relationships/notesSlide" Target="/ppt/notesSlides/notesSlide23.xml" Id="R027409aa5d5d4c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a7b28e8db4ccd" /><Relationship Type="http://schemas.openxmlformats.org/officeDocument/2006/relationships/chart" Target="/ppt/slides/charts/chart1.xml" Id="R09649f1214b5472b" /><Relationship Type="http://schemas.openxmlformats.org/officeDocument/2006/relationships/notesSlide" Target="/ppt/notesSlides/notesSlide24.xml" Id="R650eb75c6fdb4d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8546e8db14272" /><Relationship Type="http://schemas.openxmlformats.org/officeDocument/2006/relationships/chart" Target="/ppt/slides/charts/chart2.xml" Id="R51300af3d4ab42a7" /><Relationship Type="http://schemas.openxmlformats.org/officeDocument/2006/relationships/notesSlide" Target="/ppt/notesSlides/notesSlide25.xml" Id="R6ba4dc1fea8e429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b39beb88140a5" /><Relationship Type="http://schemas.openxmlformats.org/officeDocument/2006/relationships/notesSlide" Target="/ppt/notesSlides/notesSlide26.xml" Id="R66880fb3242a46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e4804fc604061" /><Relationship Type="http://schemas.openxmlformats.org/officeDocument/2006/relationships/image" Target="/ppt/media/image73.png" Id="Recb6d43a5c6f4d06" /><Relationship Type="http://schemas.openxmlformats.org/officeDocument/2006/relationships/image" Target="/ppt/media/image74.png" Id="R1c5b86d690f04c73" /><Relationship Type="http://schemas.openxmlformats.org/officeDocument/2006/relationships/notesSlide" Target="/ppt/notesSlides/notesSlide27.xml" Id="R1d2723b4d68b42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0a00273fe42bd" /><Relationship Type="http://schemas.openxmlformats.org/officeDocument/2006/relationships/image" Target="/ppt/media/image75.png" Id="Reae6c7d778c74724" /><Relationship Type="http://schemas.openxmlformats.org/officeDocument/2006/relationships/image" Target="/ppt/media/image76.png" Id="R40ad6ee4a40d4ab3" /><Relationship Type="http://schemas.openxmlformats.org/officeDocument/2006/relationships/notesSlide" Target="/ppt/notesSlides/notesSlide28.xml" Id="R8def70853628420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c4017014949a3" /><Relationship Type="http://schemas.openxmlformats.org/officeDocument/2006/relationships/notesSlide" Target="/ppt/notesSlides/notesSlide29.xml" Id="R669e194d76ba41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0ca675cd94aad" /><Relationship Type="http://schemas.openxmlformats.org/officeDocument/2006/relationships/notesSlide" Target="/ppt/notesSlides/notesSlide30.xml" Id="R947145cb8138450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45dd2b60c41a3" /><Relationship Type="http://schemas.openxmlformats.org/officeDocument/2006/relationships/notesSlide" Target="/ppt/notesSlides/notesSlide31.xml" Id="R79dacacc69534b0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Data'!$B$2:$B$52</c:f>
              <c:numCache>
                <c:formatCode>0.0</c:formatCode>
                <c:ptCount val="51"/>
                <c:pt idx="0">
                  <c:v>4.7439247794</c:v>
                </c:pt>
                <c:pt idx="1">
                  <c:v>4.3257968147</c:v>
                </c:pt>
                <c:pt idx="2">
                  <c:v>4.6327803347</c:v>
                </c:pt>
                <c:pt idx="3">
                  <c:v>4.4270572373</c:v>
                </c:pt>
                <c:pt idx="4">
                  <c:v>4.3100882256</c:v>
                </c:pt>
                <c:pt idx="5">
                  <c:v>4.0948285478</c:v>
                </c:pt>
                <c:pt idx="6">
                  <c:v>4.0203454341</c:v>
                </c:pt>
                <c:pt idx="7">
                  <c:v>3.9884422441</c:v>
                </c:pt>
                <c:pt idx="8">
                  <c:v>3.9810120269</c:v>
                </c:pt>
                <c:pt idx="9">
                  <c:v>3.9560737042</c:v>
                </c:pt>
                <c:pt idx="10">
                  <c:v>3.9660255159</c:v>
                </c:pt>
                <c:pt idx="11">
                  <c:v>3.9431564451</c:v>
                </c:pt>
                <c:pt idx="12">
                  <c:v>3.9552158541</c:v>
                </c:pt>
                <c:pt idx="13">
                  <c:v>3.9340601754</c:v>
                </c:pt>
                <c:pt idx="14">
                  <c:v>3.9448492887</c:v>
                </c:pt>
                <c:pt idx="15">
                  <c:v>3.924614446</c:v>
                </c:pt>
                <c:pt idx="16">
                  <c:v>3.9368964913</c:v>
                </c:pt>
                <c:pt idx="17">
                  <c:v>3.9164228352</c:v>
                </c:pt>
                <c:pt idx="18">
                  <c:v>3.9292912066</c:v>
                </c:pt>
                <c:pt idx="19">
                  <c:v>3.9096728898</c:v>
                </c:pt>
                <c:pt idx="20">
                  <c:v>3.9229029059</c:v>
                </c:pt>
                <c:pt idx="21">
                  <c:v>3.9025781541</c:v>
                </c:pt>
                <c:pt idx="22">
                  <c:v>3.9172544213</c:v>
                </c:pt>
                <c:pt idx="23">
                  <c:v>3.8962581891</c:v>
                </c:pt>
                <c:pt idx="24">
                  <c:v>3.9119158246</c:v>
                </c:pt>
                <c:pt idx="25">
                  <c:v>3.8891059299</c:v>
                </c:pt>
                <c:pt idx="26">
                  <c:v>3.9062166217</c:v>
                </c:pt>
                <c:pt idx="27">
                  <c:v>3.8826198042</c:v>
                </c:pt>
                <c:pt idx="28">
                  <c:v>3.9001475687</c:v>
                </c:pt>
                <c:pt idx="29">
                  <c:v>3.874924981</c:v>
                </c:pt>
                <c:pt idx="30">
                  <c:v>3.8936306408</c:v>
                </c:pt>
                <c:pt idx="31">
                  <c:v>3.8672036113</c:v>
                </c:pt>
                <c:pt idx="32">
                  <c:v>3.887066035</c:v>
                </c:pt>
                <c:pt idx="33">
                  <c:v>3.8594210199</c:v>
                </c:pt>
                <c:pt idx="34">
                  <c:v>3.8794644895</c:v>
                </c:pt>
                <c:pt idx="35">
                  <c:v>3.8501847454</c:v>
                </c:pt>
                <c:pt idx="36">
                  <c:v>3.8714447927</c:v>
                </c:pt>
                <c:pt idx="37">
                  <c:v>3.841096558</c:v>
                </c:pt>
                <c:pt idx="38">
                  <c:v>3.8630305041</c:v>
                </c:pt>
                <c:pt idx="39">
                  <c:v>3.8318970829</c:v>
                </c:pt>
                <c:pt idx="40">
                  <c:v>3.8534339917</c:v>
                </c:pt>
                <c:pt idx="41">
                  <c:v>3.8206831193</c:v>
                </c:pt>
                <c:pt idx="42">
                  <c:v>3.8427944819</c:v>
                </c:pt>
                <c:pt idx="43">
                  <c:v>3.8104069035</c:v>
                </c:pt>
                <c:pt idx="44">
                  <c:v>3.8325588218</c:v>
                </c:pt>
                <c:pt idx="45">
                  <c:v>3.7998368852</c:v>
                </c:pt>
                <c:pt idx="46">
                  <c:v>3.8213594662</c:v>
                </c:pt>
                <c:pt idx="47">
                  <c:v>3.7897935753</c:v>
                </c:pt>
                <c:pt idx="48">
                  <c:v>3.8110487729</c:v>
                </c:pt>
                <c:pt idx="49">
                  <c:v>3.7787457929</c:v>
                </c:pt>
                <c:pt idx="50">
                  <c:v>3.7990959995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4.4734990483</c:v>
                </c:pt>
                <c:pt idx="1">
                  <c:v>5.2229734927</c:v>
                </c:pt>
                <c:pt idx="2">
                  <c:v>5.0825092585</c:v>
                </c:pt>
                <c:pt idx="3">
                  <c:v>4.9607170376</c:v>
                </c:pt>
                <c:pt idx="4">
                  <c:v>4.8583546377</c:v>
                </c:pt>
                <c:pt idx="5">
                  <c:v>4.7485632657</c:v>
                </c:pt>
                <c:pt idx="6">
                  <c:v>4.6608047476</c:v>
                </c:pt>
                <c:pt idx="7">
                  <c:v>4.5897380494</c:v>
                </c:pt>
                <c:pt idx="8">
                  <c:v>4.5182270281</c:v>
                </c:pt>
                <c:pt idx="9">
                  <c:v>4.4448482854</c:v>
                </c:pt>
                <c:pt idx="10">
                  <c:v>4.3823250158</c:v>
                </c:pt>
                <c:pt idx="11">
                  <c:v>4.3199431889</c:v>
                </c:pt>
                <c:pt idx="12">
                  <c:v>4.2696176713</c:v>
                </c:pt>
                <c:pt idx="13">
                  <c:v>4.2106979997</c:v>
                </c:pt>
                <c:pt idx="14">
                  <c:v>4.167292503</c:v>
                </c:pt>
                <c:pt idx="15">
                  <c:v>4.1191127162</c:v>
                </c:pt>
                <c:pt idx="16">
                  <c:v>4.0688550481</c:v>
                </c:pt>
                <c:pt idx="17">
                  <c:v>4.0131985923</c:v>
                </c:pt>
                <c:pt idx="18">
                  <c:v>3.9655146976</c:v>
                </c:pt>
                <c:pt idx="19">
                  <c:v>3.9193811229</c:v>
                </c:pt>
                <c:pt idx="20">
                  <c:v>3.8808299559</c:v>
                </c:pt>
                <c:pt idx="21">
                  <c:v>3.8463942386</c:v>
                </c:pt>
                <c:pt idx="22">
                  <c:v>3.7925800427</c:v>
                </c:pt>
                <c:pt idx="23">
                  <c:v>3.7475964691</c:v>
                </c:pt>
                <c:pt idx="24">
                  <c:v>3.7196838915</c:v>
                </c:pt>
                <c:pt idx="25">
                  <c:v>3.6899689688</c:v>
                </c:pt>
                <c:pt idx="26">
                  <c:v>3.6493649763</c:v>
                </c:pt>
                <c:pt idx="27">
                  <c:v>3.6352665752</c:v>
                </c:pt>
                <c:pt idx="28">
                  <c:v>3.6233228595</c:v>
                </c:pt>
                <c:pt idx="29">
                  <c:v>3.6119938659</c:v>
                </c:pt>
                <c:pt idx="30">
                  <c:v>3.5991078355</c:v>
                </c:pt>
                <c:pt idx="31">
                  <c:v>3.5763117715</c:v>
                </c:pt>
                <c:pt idx="32">
                  <c:v>3.5521574651</c:v>
                </c:pt>
                <c:pt idx="33">
                  <c:v>3.5337547143</c:v>
                </c:pt>
                <c:pt idx="34">
                  <c:v>3.5183155916</c:v>
                </c:pt>
                <c:pt idx="35">
                  <c:v>3.5091376353</c:v>
                </c:pt>
                <c:pt idx="36">
                  <c:v>3.5024078814</c:v>
                </c:pt>
                <c:pt idx="37">
                  <c:v>3.4902921695</c:v>
                </c:pt>
                <c:pt idx="38">
                  <c:v>3.4805699951</c:v>
                </c:pt>
                <c:pt idx="39">
                  <c:v>3.475244441</c:v>
                </c:pt>
                <c:pt idx="40">
                  <c:v>3.4674511542</c:v>
                </c:pt>
                <c:pt idx="41">
                  <c:v>3.4685194096</c:v>
                </c:pt>
                <c:pt idx="42">
                  <c:v>3.4620602313</c:v>
                </c:pt>
                <c:pt idx="43">
                  <c:v>3.4654885291</c:v>
                </c:pt>
                <c:pt idx="44">
                  <c:v>3.454711909</c:v>
                </c:pt>
                <c:pt idx="45">
                  <c:v>3.4530240901</c:v>
                </c:pt>
                <c:pt idx="46">
                  <c:v>3.4478793124</c:v>
                </c:pt>
                <c:pt idx="47">
                  <c:v>3.444773787</c:v>
                </c:pt>
                <c:pt idx="48">
                  <c:v>3.4427564312</c:v>
                </c:pt>
                <c:pt idx="49">
                  <c:v>3.4392127188</c:v>
                </c:pt>
                <c:pt idx="50">
                  <c:v>3.4359789095</c:v>
                </c:pt>
                <c:pt idx="51">
                  <c:v>3.4337367307</c:v>
                </c:pt>
                <c:pt idx="52">
                  <c:v>3.430705936</c:v>
                </c:pt>
                <c:pt idx="53">
                  <c:v>3.4298973201</c:v>
                </c:pt>
                <c:pt idx="54">
                  <c:v>3.4276172153</c:v>
                </c:pt>
                <c:pt idx="55">
                  <c:v>3.4266134446</c:v>
                </c:pt>
                <c:pt idx="56">
                  <c:v>3.4254615221</c:v>
                </c:pt>
                <c:pt idx="57">
                  <c:v>3.4223226324</c:v>
                </c:pt>
                <c:pt idx="58">
                  <c:v>3.4191784468</c:v>
                </c:pt>
                <c:pt idx="59">
                  <c:v>3.4167567289</c:v>
                </c:pt>
                <c:pt idx="60">
                  <c:v>3.4145362859</c:v>
                </c:pt>
                <c:pt idx="61">
                  <c:v>3.4127170788</c:v>
                </c:pt>
                <c:pt idx="62">
                  <c:v>3.4109825921</c:v>
                </c:pt>
                <c:pt idx="63">
                  <c:v>3.4092029987</c:v>
                </c:pt>
                <c:pt idx="64">
                  <c:v>3.4076122113</c:v>
                </c:pt>
                <c:pt idx="65">
                  <c:v>3.4060090551</c:v>
                </c:pt>
                <c:pt idx="66">
                  <c:v>3.4046520994</c:v>
                </c:pt>
                <c:pt idx="67">
                  <c:v>3.4032950488</c:v>
                </c:pt>
                <c:pt idx="68">
                  <c:v>3.4022758656</c:v>
                </c:pt>
                <c:pt idx="69">
                  <c:v>3.4014199118</c:v>
                </c:pt>
                <c:pt idx="70">
                  <c:v>3.4006159438</c:v>
                </c:pt>
                <c:pt idx="71">
                  <c:v>3.3997760447</c:v>
                </c:pt>
                <c:pt idx="72">
                  <c:v>3.3985947646</c:v>
                </c:pt>
                <c:pt idx="73">
                  <c:v>3.3973789019</c:v>
                </c:pt>
                <c:pt idx="74">
                  <c:v>3.3959596553</c:v>
                </c:pt>
                <c:pt idx="75">
                  <c:v>3.39461345</c:v>
                </c:pt>
                <c:pt idx="76">
                  <c:v>3.3934600046</c:v>
                </c:pt>
                <c:pt idx="77">
                  <c:v>3.3925036114</c:v>
                </c:pt>
                <c:pt idx="78">
                  <c:v>3.3915331648</c:v>
                </c:pt>
                <c:pt idx="79">
                  <c:v>3.3905511195</c:v>
                </c:pt>
                <c:pt idx="80">
                  <c:v>3.3894684972</c:v>
                </c:pt>
                <c:pt idx="81">
                  <c:v>3.3885325143</c:v>
                </c:pt>
                <c:pt idx="82">
                  <c:v>3.3875579272</c:v>
                </c:pt>
                <c:pt idx="83">
                  <c:v>3.3867456466</c:v>
                </c:pt>
                <c:pt idx="84">
                  <c:v>3.3858852055</c:v>
                </c:pt>
                <c:pt idx="85">
                  <c:v>3.385137464</c:v>
                </c:pt>
                <c:pt idx="86">
                  <c:v>3.3842895505</c:v>
                </c:pt>
                <c:pt idx="87">
                  <c:v>3.3835159155</c:v>
                </c:pt>
                <c:pt idx="88">
                  <c:v>3.3825952085</c:v>
                </c:pt>
                <c:pt idx="89">
                  <c:v>3.3817427156</c:v>
                </c:pt>
                <c:pt idx="90">
                  <c:v>3.3807739996</c:v>
                </c:pt>
                <c:pt idx="91">
                  <c:v>3.3799012427</c:v>
                </c:pt>
                <c:pt idx="92">
                  <c:v>3.3789918646</c:v>
                </c:pt>
                <c:pt idx="93">
                  <c:v>3.3782149191</c:v>
                </c:pt>
                <c:pt idx="94">
                  <c:v>3.3774727478</c:v>
                </c:pt>
                <c:pt idx="95">
                  <c:v>3.376847395</c:v>
                </c:pt>
                <c:pt idx="96">
                  <c:v>3.376124161</c:v>
                </c:pt>
                <c:pt idx="97">
                  <c:v>3.3753616044</c:v>
                </c:pt>
                <c:pt idx="98">
                  <c:v>3.3745775385</c:v>
                </c:pt>
                <c:pt idx="99">
                  <c:v>3.3738977036</c:v>
                </c:pt>
                <c:pt idx="100">
                  <c:v>3.3733083845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5.1995632933</c:v>
                </c:pt>
                <c:pt idx="1">
                  <c:v>5.082670914</c:v>
                </c:pt>
                <c:pt idx="2">
                  <c:v>4.955189507</c:v>
                </c:pt>
                <c:pt idx="3">
                  <c:v>4.7877266785</c:v>
                </c:pt>
                <c:pt idx="4">
                  <c:v>4.696368575</c:v>
                </c:pt>
                <c:pt idx="5">
                  <c:v>4.6181548818</c:v>
                </c:pt>
                <c:pt idx="6">
                  <c:v>4.5175751602</c:v>
                </c:pt>
                <c:pt idx="7">
                  <c:v>4.4308900878</c:v>
                </c:pt>
                <c:pt idx="8">
                  <c:v>4.3380309612</c:v>
                </c:pt>
                <c:pt idx="9">
                  <c:v>4.2823896299</c:v>
                </c:pt>
                <c:pt idx="10">
                  <c:v>4.2582595366</c:v>
                </c:pt>
                <c:pt idx="11">
                  <c:v>4.2482722368</c:v>
                </c:pt>
                <c:pt idx="12">
                  <c:v>4.2381543157</c:v>
                </c:pt>
                <c:pt idx="13">
                  <c:v>4.2372422427</c:v>
                </c:pt>
                <c:pt idx="14">
                  <c:v>4.2282708953</c:v>
                </c:pt>
                <c:pt idx="15">
                  <c:v>4.2295754245</c:v>
                </c:pt>
                <c:pt idx="16">
                  <c:v>4.2197688017</c:v>
                </c:pt>
                <c:pt idx="17">
                  <c:v>4.2209174987</c:v>
                </c:pt>
                <c:pt idx="18">
                  <c:v>4.2107048826</c:v>
                </c:pt>
                <c:pt idx="19">
                  <c:v>4.2133365785</c:v>
                </c:pt>
                <c:pt idx="20">
                  <c:v>4.2039340244</c:v>
                </c:pt>
                <c:pt idx="21">
                  <c:v>4.2073293003</c:v>
                </c:pt>
                <c:pt idx="22">
                  <c:v>4.198792562</c:v>
                </c:pt>
                <c:pt idx="23">
                  <c:v>4.2028556998</c:v>
                </c:pt>
                <c:pt idx="24">
                  <c:v>4.1966215096</c:v>
                </c:pt>
                <c:pt idx="25">
                  <c:v>4.1958599423</c:v>
                </c:pt>
                <c:pt idx="26">
                  <c:v>4.1922797592</c:v>
                </c:pt>
                <c:pt idx="27">
                  <c:v>4.1928522119</c:v>
                </c:pt>
                <c:pt idx="28">
                  <c:v>4.1853234448</c:v>
                </c:pt>
                <c:pt idx="29">
                  <c:v>4.1903697138</c:v>
                </c:pt>
                <c:pt idx="30">
                  <c:v>4.1814230993</c:v>
                </c:pt>
                <c:pt idx="31">
                  <c:v>4.1870995433</c:v>
                </c:pt>
                <c:pt idx="32">
                  <c:v>4.1757763827</c:v>
                </c:pt>
                <c:pt idx="33">
                  <c:v>4.1837218067</c:v>
                </c:pt>
                <c:pt idx="34">
                  <c:v>4.1695356446</c:v>
                </c:pt>
                <c:pt idx="35">
                  <c:v>4.1805753971</c:v>
                </c:pt>
                <c:pt idx="36">
                  <c:v>4.1651631273</c:v>
                </c:pt>
                <c:pt idx="37">
                  <c:v>4.1743330338</c:v>
                </c:pt>
                <c:pt idx="38">
                  <c:v>4.1609631104</c:v>
                </c:pt>
                <c:pt idx="39">
                  <c:v>4.172218239</c:v>
                </c:pt>
                <c:pt idx="40">
                  <c:v>4.1554987602</c:v>
                </c:pt>
                <c:pt idx="41">
                  <c:v>4.1657633259</c:v>
                </c:pt>
                <c:pt idx="42">
                  <c:v>4.149955269</c:v>
                </c:pt>
                <c:pt idx="43">
                  <c:v>4.1600447358</c:v>
                </c:pt>
                <c:pt idx="44">
                  <c:v>4.1464815421</c:v>
                </c:pt>
                <c:pt idx="45">
                  <c:v>4.159783065</c:v>
                </c:pt>
                <c:pt idx="46">
                  <c:v>4.1451657875</c:v>
                </c:pt>
                <c:pt idx="47">
                  <c:v>4.1543727798</c:v>
                </c:pt>
                <c:pt idx="48">
                  <c:v>4.1404979658</c:v>
                </c:pt>
                <c:pt idx="49">
                  <c:v>4.1477135102</c:v>
                </c:pt>
                <c:pt idx="50">
                  <c:v>4.1379686804</c:v>
                </c:pt>
                <c:pt idx="51">
                  <c:v>4.1435907664</c:v>
                </c:pt>
                <c:pt idx="52">
                  <c:v>4.1344990121</c:v>
                </c:pt>
                <c:pt idx="53">
                  <c:v>4.1386925119</c:v>
                </c:pt>
                <c:pt idx="54">
                  <c:v>4.132124793</c:v>
                </c:pt>
                <c:pt idx="55">
                  <c:v>4.1360265652</c:v>
                </c:pt>
                <c:pt idx="56">
                  <c:v>4.1267262215</c:v>
                </c:pt>
                <c:pt idx="57">
                  <c:v>4.1296938725</c:v>
                </c:pt>
                <c:pt idx="58">
                  <c:v>4.1256891237</c:v>
                </c:pt>
                <c:pt idx="59">
                  <c:v>4.1282540401</c:v>
                </c:pt>
                <c:pt idx="60">
                  <c:v>4.1228499071</c:v>
                </c:pt>
                <c:pt idx="61">
                  <c:v>4.1276130752</c:v>
                </c:pt>
                <c:pt idx="62">
                  <c:v>4.1223686679</c:v>
                </c:pt>
                <c:pt idx="63">
                  <c:v>4.125865884</c:v>
                </c:pt>
                <c:pt idx="64">
                  <c:v>4.1175146726</c:v>
                </c:pt>
                <c:pt idx="65">
                  <c:v>4.1197844397</c:v>
                </c:pt>
                <c:pt idx="66">
                  <c:v>4.112079791</c:v>
                </c:pt>
                <c:pt idx="67">
                  <c:v>4.1175497195</c:v>
                </c:pt>
                <c:pt idx="68">
                  <c:v>4.111650288</c:v>
                </c:pt>
                <c:pt idx="69">
                  <c:v>4.1152232725</c:v>
                </c:pt>
                <c:pt idx="70">
                  <c:v>4.1075646175</c:v>
                </c:pt>
                <c:pt idx="71">
                  <c:v>4.1120950941</c:v>
                </c:pt>
                <c:pt idx="72">
                  <c:v>4.1080617344</c:v>
                </c:pt>
                <c:pt idx="73">
                  <c:v>4.1097775455</c:v>
                </c:pt>
                <c:pt idx="74">
                  <c:v>4.1045663047</c:v>
                </c:pt>
                <c:pt idx="75">
                  <c:v>4.1107208855</c:v>
                </c:pt>
                <c:pt idx="76">
                  <c:v>4.1054110285</c:v>
                </c:pt>
                <c:pt idx="77">
                  <c:v>4.1082873562</c:v>
                </c:pt>
                <c:pt idx="78">
                  <c:v>4.1008048559</c:v>
                </c:pt>
                <c:pt idx="79">
                  <c:v>4.1039478198</c:v>
                </c:pt>
                <c:pt idx="80">
                  <c:v>4.0977130994</c:v>
                </c:pt>
                <c:pt idx="81">
                  <c:v>4.0982399719</c:v>
                </c:pt>
                <c:pt idx="82">
                  <c:v>4.0967720811</c:v>
                </c:pt>
                <c:pt idx="83">
                  <c:v>4.0999002038</c:v>
                </c:pt>
                <c:pt idx="84">
                  <c:v>4.0972464176</c:v>
                </c:pt>
                <c:pt idx="85">
                  <c:v>4.0941545664</c:v>
                </c:pt>
                <c:pt idx="86">
                  <c:v>4.0950911532</c:v>
                </c:pt>
                <c:pt idx="87">
                  <c:v>4.0926980612</c:v>
                </c:pt>
                <c:pt idx="88">
                  <c:v>4.0932924163</c:v>
                </c:pt>
                <c:pt idx="89">
                  <c:v>4.0900589052</c:v>
                </c:pt>
                <c:pt idx="90">
                  <c:v>4.089124201</c:v>
                </c:pt>
                <c:pt idx="91">
                  <c:v>4.0874093661</c:v>
                </c:pt>
                <c:pt idx="92">
                  <c:v>4.085910166</c:v>
                </c:pt>
                <c:pt idx="93">
                  <c:v>4.0901255631</c:v>
                </c:pt>
                <c:pt idx="94">
                  <c:v>4.0849248948</c:v>
                </c:pt>
                <c:pt idx="95">
                  <c:v>4.0882462214</c:v>
                </c:pt>
                <c:pt idx="96">
                  <c:v>4.0876310344</c:v>
                </c:pt>
                <c:pt idx="97">
                  <c:v>4.0846713913</c:v>
                </c:pt>
                <c:pt idx="98">
                  <c:v>4.0845165901</c:v>
                </c:pt>
                <c:pt idx="99">
                  <c:v>4.0863351462</c:v>
                </c:pt>
                <c:pt idx="100">
                  <c:v>4.0862939476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5.1544176399</c:v>
                </c:pt>
                <c:pt idx="1">
                  <c:v>5.0955136706</c:v>
                </c:pt>
                <c:pt idx="2">
                  <c:v>4.992222334</c:v>
                </c:pt>
                <c:pt idx="3">
                  <c:v>4.938049604</c:v>
                </c:pt>
                <c:pt idx="4">
                  <c:v>4.8752921128</c:v>
                </c:pt>
                <c:pt idx="5">
                  <c:v>4.8257026252</c:v>
                </c:pt>
                <c:pt idx="6">
                  <c:v>4.7781112987</c:v>
                </c:pt>
                <c:pt idx="7">
                  <c:v>4.7185692641</c:v>
                </c:pt>
                <c:pt idx="8">
                  <c:v>4.6431992925</c:v>
                </c:pt>
                <c:pt idx="9">
                  <c:v>4.5607747249</c:v>
                </c:pt>
                <c:pt idx="10">
                  <c:v>4.4781895617</c:v>
                </c:pt>
                <c:pt idx="11">
                  <c:v>4.3841274433</c:v>
                </c:pt>
                <c:pt idx="12">
                  <c:v>4.2892672638</c:v>
                </c:pt>
                <c:pt idx="13">
                  <c:v>4.1866049104</c:v>
                </c:pt>
                <c:pt idx="14">
                  <c:v>4.0974076902</c:v>
                </c:pt>
                <c:pt idx="15">
                  <c:v>4.0561372491</c:v>
                </c:pt>
                <c:pt idx="16">
                  <c:v>4.0386788889</c:v>
                </c:pt>
                <c:pt idx="17">
                  <c:v>4.018705912</c:v>
                </c:pt>
                <c:pt idx="18">
                  <c:v>4.0130199095</c:v>
                </c:pt>
                <c:pt idx="19">
                  <c:v>3.9945166019</c:v>
                </c:pt>
                <c:pt idx="20">
                  <c:v>3.995920202</c:v>
                </c:pt>
                <c:pt idx="21">
                  <c:v>3.9808802523</c:v>
                </c:pt>
                <c:pt idx="22">
                  <c:v>3.9850500227</c:v>
                </c:pt>
                <c:pt idx="23">
                  <c:v>3.9649252193</c:v>
                </c:pt>
                <c:pt idx="24">
                  <c:v>3.9742071131</c:v>
                </c:pt>
                <c:pt idx="25">
                  <c:v>3.9582398372</c:v>
                </c:pt>
                <c:pt idx="26">
                  <c:v>3.9641849964</c:v>
                </c:pt>
                <c:pt idx="27">
                  <c:v>3.9491972892</c:v>
                </c:pt>
                <c:pt idx="28">
                  <c:v>3.9501730482</c:v>
                </c:pt>
                <c:pt idx="29">
                  <c:v>3.9413483522</c:v>
                </c:pt>
                <c:pt idx="30">
                  <c:v>3.9480668042</c:v>
                </c:pt>
                <c:pt idx="31">
                  <c:v>3.9342774376</c:v>
                </c:pt>
                <c:pt idx="32">
                  <c:v>3.9350570549</c:v>
                </c:pt>
                <c:pt idx="33">
                  <c:v>3.9297645652</c:v>
                </c:pt>
                <c:pt idx="34">
                  <c:v>3.9306307545</c:v>
                </c:pt>
                <c:pt idx="35">
                  <c:v>3.9205461945</c:v>
                </c:pt>
                <c:pt idx="36">
                  <c:v>3.9321167272</c:v>
                </c:pt>
                <c:pt idx="37">
                  <c:v>3.9166988564</c:v>
                </c:pt>
                <c:pt idx="38">
                  <c:v>3.9200661948</c:v>
                </c:pt>
                <c:pt idx="39">
                  <c:v>3.9092815344</c:v>
                </c:pt>
                <c:pt idx="40">
                  <c:v>3.9154721801</c:v>
                </c:pt>
                <c:pt idx="41">
                  <c:v>3.9083709234</c:v>
                </c:pt>
                <c:pt idx="42">
                  <c:v>3.9133530599</c:v>
                </c:pt>
                <c:pt idx="43">
                  <c:v>3.9006926035</c:v>
                </c:pt>
                <c:pt idx="44">
                  <c:v>3.9108972315</c:v>
                </c:pt>
                <c:pt idx="45">
                  <c:v>3.8981137208</c:v>
                </c:pt>
                <c:pt idx="46">
                  <c:v>3.9039345851</c:v>
                </c:pt>
                <c:pt idx="47">
                  <c:v>3.8969168987</c:v>
                </c:pt>
                <c:pt idx="48">
                  <c:v>3.9052724529</c:v>
                </c:pt>
                <c:pt idx="49">
                  <c:v>3.8937261066</c:v>
                </c:pt>
                <c:pt idx="50">
                  <c:v>3.8982121318</c:v>
                </c:pt>
                <c:pt idx="51">
                  <c:v>3.8925246457</c:v>
                </c:pt>
                <c:pt idx="52">
                  <c:v>3.8944860323</c:v>
                </c:pt>
                <c:pt idx="53">
                  <c:v>3.8921959969</c:v>
                </c:pt>
                <c:pt idx="54">
                  <c:v>3.8919933579</c:v>
                </c:pt>
                <c:pt idx="55">
                  <c:v>3.8861788789</c:v>
                </c:pt>
                <c:pt idx="56">
                  <c:v>3.8934522738</c:v>
                </c:pt>
                <c:pt idx="57">
                  <c:v>3.8857184387</c:v>
                </c:pt>
                <c:pt idx="58">
                  <c:v>3.8880835571</c:v>
                </c:pt>
                <c:pt idx="59">
                  <c:v>3.8855039359</c:v>
                </c:pt>
                <c:pt idx="60">
                  <c:v>3.8812458998</c:v>
                </c:pt>
                <c:pt idx="61">
                  <c:v>3.8844445471</c:v>
                </c:pt>
                <c:pt idx="62">
                  <c:v>3.889313046</c:v>
                </c:pt>
                <c:pt idx="63">
                  <c:v>3.8804083913</c:v>
                </c:pt>
                <c:pt idx="64">
                  <c:v>3.8841696022</c:v>
                </c:pt>
                <c:pt idx="65">
                  <c:v>3.8778878892</c:v>
                </c:pt>
                <c:pt idx="66">
                  <c:v>3.8783323266</c:v>
                </c:pt>
                <c:pt idx="67">
                  <c:v>3.8795204482</c:v>
                </c:pt>
                <c:pt idx="68">
                  <c:v>3.8813067848</c:v>
                </c:pt>
                <c:pt idx="69">
                  <c:v>3.8803800553</c:v>
                </c:pt>
                <c:pt idx="70">
                  <c:v>3.881485391</c:v>
                </c:pt>
                <c:pt idx="71">
                  <c:v>3.8806401422</c:v>
                </c:pt>
                <c:pt idx="72">
                  <c:v>3.8716716592</c:v>
                </c:pt>
                <c:pt idx="73">
                  <c:v>3.8728902054</c:v>
                </c:pt>
                <c:pt idx="74">
                  <c:v>3.8724671018</c:v>
                </c:pt>
                <c:pt idx="75">
                  <c:v>3.8800995163</c:v>
                </c:pt>
                <c:pt idx="76">
                  <c:v>3.8687268842</c:v>
                </c:pt>
                <c:pt idx="77">
                  <c:v>3.8735553002</c:v>
                </c:pt>
                <c:pt idx="78">
                  <c:v>3.8723349209</c:v>
                </c:pt>
                <c:pt idx="79">
                  <c:v>3.8785603533</c:v>
                </c:pt>
                <c:pt idx="80">
                  <c:v>3.8705410874</c:v>
                </c:pt>
                <c:pt idx="81">
                  <c:v>3.8720097326</c:v>
                </c:pt>
                <c:pt idx="82">
                  <c:v>3.8707753946</c:v>
                </c:pt>
                <c:pt idx="83">
                  <c:v>3.8729494662</c:v>
                </c:pt>
                <c:pt idx="84">
                  <c:v>3.8656549164</c:v>
                </c:pt>
                <c:pt idx="85">
                  <c:v>3.8745382012</c:v>
                </c:pt>
                <c:pt idx="86">
                  <c:v>3.8719414839</c:v>
                </c:pt>
                <c:pt idx="87">
                  <c:v>3.8764305577</c:v>
                </c:pt>
                <c:pt idx="88">
                  <c:v>3.8731021462</c:v>
                </c:pt>
                <c:pt idx="89">
                  <c:v>3.8775278164</c:v>
                </c:pt>
                <c:pt idx="90">
                  <c:v>3.8690704429</c:v>
                </c:pt>
                <c:pt idx="91">
                  <c:v>3.8715805071</c:v>
                </c:pt>
                <c:pt idx="92">
                  <c:v>3.865763176</c:v>
                </c:pt>
                <c:pt idx="93">
                  <c:v>3.8708521762</c:v>
                </c:pt>
                <c:pt idx="94">
                  <c:v>3.8682749367</c:v>
                </c:pt>
                <c:pt idx="95">
                  <c:v>3.8709699974</c:v>
                </c:pt>
                <c:pt idx="96">
                  <c:v>3.8648396762</c:v>
                </c:pt>
                <c:pt idx="97">
                  <c:v>3.8708166385</c:v>
                </c:pt>
                <c:pt idx="98">
                  <c:v>3.8669554172</c:v>
                </c:pt>
                <c:pt idx="99">
                  <c:v>3.8710530815</c:v>
                </c:pt>
                <c:pt idx="100">
                  <c:v>3.8668577786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E322B81-048E-44A6-86B0-29C69ED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全芯片 ILT 的 C++ 实现与优化结果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C1C5508-2FDF-483A-8237-688DE15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5ADC624-2FBE-4B3B-A736-D1799B1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Micro 区域划分、梯度融合与 CEPT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9F0423-CD67-4C57-9BE2-083EC9F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连续掩模优化与 LSM 水平集演化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93826-422F-49E5-9541-91EDDA075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592600fd645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62250"/>
            <a:ext cx="3162300" cy="3162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10B8C-C212-4F4C-9EEA-A47C0341B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eec1bcf2446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762250"/>
            <a:ext cx="3162300" cy="31623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AA0825B-9F23-4F10-8632-144728C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E96A053-3ADC-4609-96F0-35C0D54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0EB43B5-5E21-4A36-ADB9-6E66FE8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1024 × 1024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8 nm /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64 个 Micro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5A4402-6F0B-49D2-A3B9-55177A8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实验结果更新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2026.10.12</a:t>
            </a:r>
          </a:p>
        </p:txBody>
      </p:sp>
    </p:spTree>
    <p:extLst>
      <p:ext uri="{BB962C8B-B14F-4D97-AF65-F5344CB8AC3E}">
        <p14:creationId xmlns:p14="http://schemas.microsoft.com/office/powerpoint/2010/main" val="1046819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F491DD5-A6E7-4D55-907E-CC2C7FE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实验输入与光学条件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50B2D3C-77C8-4D7E-94E0-884364B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两种版图使用相同的局部成像采样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DECFC64B-7EDE-48D6-8C6E-6F7CDE1B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317A4-45CE-4FF4-B147-AC5BA2E5ECFB}"/>
              </a:ext>
            </a:extLst>
          </p:cNvPr>
          <p:cNvGraphicFramePr/>
          <p:nvPr/>
        </p:nvGraphicFramePr>
        <p:xfrm>
          <a:off xmlns:a="http://schemas.openxmlformats.org/drawingml/2006/main" x="619125" y="1695450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191500"/>
              </a:tblGrid>
              <a:tr h="59191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本次保存结果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全局版图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 × 1024 px，边长 8192 nm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划分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× 8，共 64 块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/ Halo /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128 px / 每侧 64 px / 每侧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局部光学网格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× 256，36 个 SOCS 核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照明与物镜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 nm，NA=1.35，环形光源 σ=0.6..0.9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显影模型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= sigmoid[85 × (I − 0.25)]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50DE827-F733-4546-98C6-FECF75F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Contact：CTM 50 轮；Metal：CTM 100 轮；两组 LSM 均 100 轮，输出最佳状态</a:t>
            </a:r>
          </a:p>
        </p:txBody>
      </p:sp>
    </p:spTree>
    <p:extLst>
      <p:ext uri="{BB962C8B-B14F-4D97-AF65-F5344CB8AC3E}">
        <p14:creationId xmlns:p14="http://schemas.microsoft.com/office/powerpoint/2010/main" val="115657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974C0D85-2AF4-42A6-ACCC-B455531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整体版图上的 Micro 划分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48919263-771F-47B8-AF78-C592ADD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每个 Core 唯一拥有一块全局区域，Halo 可相互重叠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BDE60FFE-8AB4-4601-81CF-0388A1C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3BD1F-2D78-42DE-BCF4-4CBB4511F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6afea68e34a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281" y="1619250"/>
            <a:ext cx="4103688" cy="447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D95FB-5933-4B0B-A930-8AC4E57EA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a443b5db41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1156" y="1619250"/>
            <a:ext cx="410368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FA99F5F1-0023-4DE8-923F-9D42F49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Contact：Guard = 40 px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63095489-E900-40B3-8AA9-C1129E7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98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示意：Guard = 30 px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072AA124-9DC0-4B52-99F8-FEE4941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Metal 分区图是较早的示例；本次两组优化结果均使用 Guard = 40 px</a:t>
            </a:r>
          </a:p>
        </p:txBody>
      </p:sp>
    </p:spTree>
    <p:extLst>
      <p:ext uri="{BB962C8B-B14F-4D97-AF65-F5344CB8AC3E}">
        <p14:creationId xmlns:p14="http://schemas.microsoft.com/office/powerpoint/2010/main" val="36586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94D2B888-3556-4666-8783-75F7476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Core、Halo 与 Guard 的职责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ED8EFF98-91A5-43E9-B00C-2FE4A89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以 Micro 36 为例，坐标统一使用全局像素的半开区间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16D6CF1E-8826-418F-AA00-E5275FF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73140-7F70-4C5B-B48F-71660992D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28b7ccb204c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094" y="1666875"/>
            <a:ext cx="3929063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C144007C-B225-4D37-8529-949E908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Core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262A8A60-0B6C-457D-B7E6-609545C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独占区域，最终回拼只取这里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y[512,640) × x[512,640)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9987AC1A-0765-4B25-8B6D-BC397A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38C093CF-1BD0-49D4-9BF4-BBD2707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29025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40 px，参与更新与边界协调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+ Guard：208 × 208 px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EE59AAC0-19BA-4F8C-B041-425AB7D3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767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Halo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BE9932E7-3AF2-4117-B440-D3B54B9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64 px，提供成像与导数上下文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完整局部矩阵：256 × 256 px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14CEF11C-5867-4517-B251-6B4AE87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Guard 位于 Halo 内；Core + Guard 以外的局部 θ / φ 保持初始值</a:t>
            </a:r>
          </a:p>
        </p:txBody>
      </p:sp>
    </p:spTree>
    <p:extLst>
      <p:ext uri="{BB962C8B-B14F-4D97-AF65-F5344CB8AC3E}">
        <p14:creationId xmlns:p14="http://schemas.microsoft.com/office/powerpoint/2010/main" val="120525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35F1C78C-97A6-4A56-B9E8-19B2637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四邻域交换的坐标对应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574AAB0F-A78E-426C-8825-EAFEA61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A 的 Guard 与 B 的 Core，在同一个全局位置比较与取数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8BE1ED5D-6705-46D6-B60B-AFDFB5AB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1588E-AA5B-4064-8BDC-012BF9B798C6}"/>
              </a:ext>
            </a:extLst>
          </p:cNvPr>
          <p:cNvGraphicFramePr/>
          <p:nvPr/>
        </p:nvGraphicFramePr>
        <p:xfrm>
          <a:off xmlns:a="http://schemas.openxmlformats.org/drawingml/2006/main" x="619125" y="2562225"/>
          <a:ext xmlns:a="http://schemas.openxmlformats.org/drawingml/2006/main" cx="10953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857875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36 的邻居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交换的全局区域（同位置）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条带尺寸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左：35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x[472,512)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右：37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x[640,680)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上：28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y[472,512) × x[512,640)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下：44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y[640,680) × x[512,640)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FEECD665-5F21-4803-8EE9-DBB5BEC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相同全局坐标，分别减去 A / B 的局部原点，即得到两块矩阵中的切片索引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F6471-E643-4A4F-AE7B-ABA095BF14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6c8c0c6d140ec"/>
          <a:stretch xmlns:a="http://schemas.openxmlformats.org/drawingml/2006/main"/>
        </p:blipFill>
        <p:spPr>
          <a:xfrm xmlns:a="http://schemas.openxmlformats.org/drawingml/2006/main">
            <a:off x="619125" y="1695450"/>
            <a:ext cx="3276600" cy="3167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7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B1EA0E0D-61B5-4FBE-AB1D-5601377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每轮优化的同步并行流程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6A943D79-0C28-4AF8-8C28-35A1CB3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与 LSM 共用成像、梯度交换及融合模块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D7A83299-44E2-4678-AF7E-504F903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ECCE-4C8D-451E-BA82-7D8F5F1CA9C7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197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计算或状态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局部成像与反传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读取同一轮旧 mask，生成原始数据梯度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邻居协调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串行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读取邻居原始数据，计算融合与 CEPT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θ / φ 更新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只更新 Core +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评价与最佳轮保存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同步后统一处理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汇总全局 loss，保存同一轮的全部局部状态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81BC6DAD-DBC9-4A37-9F94-D44CAE0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一轮结束后再进入下一轮，防止邻居数据混用不同迭代状态</a:t>
            </a:r>
          </a:p>
        </p:txBody>
      </p:sp>
    </p:spTree>
    <p:extLst>
      <p:ext uri="{BB962C8B-B14F-4D97-AF65-F5344CB8AC3E}">
        <p14:creationId xmlns:p14="http://schemas.microsoft.com/office/powerpoint/2010/main" val="142333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A7C7082A-E94B-4AD7-A271-707E350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局部成像与 CTM 数据损失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F6B43A9E-0A0C-4364-A765-548B6A7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局部光学网格覆盖完整 Core + Halo，CTM 数据损失只评价 Core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624DACB1-AE01-48A5-978F-6C87D42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6A6CC30-3A29-4631-88F0-083BF47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SOCS 相干核 hₖ    核权重 λₖ    S：光源权重归一化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57066895-9E52-4B14-BAB9-7BE9BD2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α = 85，τ = 0.25；W 是连续显影结果，取值在 0..1</a:t>
            </a:r>
          </a:p>
        </p:txBody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BE058573-D0C7-4ECA-B2B6-96DCA6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光学反传得到完整局部 mask 梯度，输出误差窗口不会把输入梯度直接截成 Core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256CA-CF3A-49D6-B861-84070DDF0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0688316b841c2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3233057" cy="5429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9DD91-B66D-422F-80D3-27C48F058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fd5ce2cb94df0"/>
          <a:stretch xmlns:a="http://schemas.openxmlformats.org/drawingml/2006/main"/>
        </p:blipFill>
        <p:spPr>
          <a:xfrm xmlns:a="http://schemas.openxmlformats.org/drawingml/2006/main">
            <a:off x="619125" y="3028950"/>
            <a:ext cx="3352800" cy="4429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91903-4BBD-493A-BD5D-E364AAB6D5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72fdd221b4539"/>
          <a:stretch xmlns:a="http://schemas.openxmlformats.org/drawingml/2006/main"/>
        </p:blipFill>
        <p:spPr>
          <a:xfrm xmlns:a="http://schemas.openxmlformats.org/drawingml/2006/main">
            <a:off x="619125" y="4400550"/>
            <a:ext cx="3543713" cy="54292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40C5B-0C56-4851-BC9F-D9DF81650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f5fd8c88f44fb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3667006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69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3C029BF4-6203-4BA8-B87F-74AA037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的主图形与背景评价区域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B42EE499-59D6-4781-981C-9671AAC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PEPenalty：在 Core + Guard 内评价主图 PE 与背景惩罚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8AE74499-8634-4B97-94EB-6AC6244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EBF634A9-7CBB-4755-934E-14F67FD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主图窗口 F 内评价 PE；原始背景窗口 B 内评价显影惩罚</a:t>
            </a:r>
          </a:p>
        </p:txBody>
      </p:sp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C37493B7-6793-4C19-91B7-EA20F23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a=1、c=1；PEPenalty 使用原始主图与背景，膨胀窗口用于 PE + EPE 模式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E2EB0-98AB-4707-B424-A4AACA420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65721dbb948e3"/>
          <a:stretch xmlns:a="http://schemas.openxmlformats.org/drawingml/2006/main"/>
        </p:blipFill>
        <p:spPr>
          <a:xfrm xmlns:a="http://schemas.openxmlformats.org/drawingml/2006/main">
            <a:off x="619125" y="1704975"/>
            <a:ext cx="2793206" cy="278606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44FCC-A2C2-41AE-AFF4-199B72DAD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95f65777541cb"/>
          <a:stretch xmlns:a="http://schemas.openxmlformats.org/drawingml/2006/main"/>
        </p:blipFill>
        <p:spPr>
          <a:xfrm xmlns:a="http://schemas.openxmlformats.org/drawingml/2006/main">
            <a:off x="619125" y="2266950"/>
            <a:ext cx="3555206" cy="3048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B15E-EA4B-4C7C-948E-F31F2C8AF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8a9af397f47ed"/>
          <a:stretch xmlns:a="http://schemas.openxmlformats.org/drawingml/2006/main"/>
        </p:blipFill>
        <p:spPr>
          <a:xfrm xmlns:a="http://schemas.openxmlformats.org/drawingml/2006/main">
            <a:off x="619125" y="2828925"/>
            <a:ext cx="1497806" cy="278606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7AEB6-8581-43D8-AC11-AD1C7B80E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ec3c13fa04336"/>
          <a:stretch xmlns:a="http://schemas.openxmlformats.org/drawingml/2006/main"/>
        </p:blipFill>
        <p:spPr>
          <a:xfrm xmlns:a="http://schemas.openxmlformats.org/drawingml/2006/main">
            <a:off x="619125" y="4210050"/>
            <a:ext cx="3995371" cy="5429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42841-6AD2-4F9C-B5FE-2B08407CF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1d91e60354e50"/>
          <a:stretch xmlns:a="http://schemas.openxmlformats.org/drawingml/2006/main"/>
        </p:blipFill>
        <p:spPr>
          <a:xfrm xmlns:a="http://schemas.openxmlformats.org/drawingml/2006/main">
            <a:off x="619125" y="4953000"/>
            <a:ext cx="4523668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8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BB1B4AD5-EA45-4541-ACA0-C2998C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数据梯度融合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F10B9EA6-B130-4DEB-A314-48B5172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只融合本块 Guard 与邻居 Core 中相同位置的原始数据梯度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A47851CE-979B-4A7F-9B78-C634364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88643052-0200-49CE-A3CE-2978227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交换区域内，两块梯度都来自融合前的数据项 mask 反传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E981D0C1-5D52-47FF-8657-BD278EC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保留本块原始数据梯度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融合后再加入 CEPT，避免把 CEPT 驱动重复传给邻居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4CD6F-C133-4854-A52F-A6EF5504C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9839a61584094"/>
          <a:stretch xmlns:a="http://schemas.openxmlformats.org/drawingml/2006/main"/>
        </p:blipFill>
        <p:spPr>
          <a:xfrm xmlns:a="http://schemas.openxmlformats.org/drawingml/2006/main">
            <a:off x="619125" y="1847850"/>
            <a:ext cx="3124200" cy="4048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F48CC-EA46-4E2E-B382-A0BBABC1D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5198384014ff0"/>
          <a:stretch xmlns:a="http://schemas.openxmlformats.org/drawingml/2006/main"/>
        </p:blipFill>
        <p:spPr>
          <a:xfrm xmlns:a="http://schemas.openxmlformats.org/drawingml/2006/main">
            <a:off x="619125" y="3286125"/>
            <a:ext cx="2667000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8B043-DA0B-492E-8389-26D78C777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2187d2fc14f2c"/>
          <a:stretch xmlns:a="http://schemas.openxmlformats.org/drawingml/2006/main"/>
        </p:blipFill>
        <p:spPr>
          <a:xfrm xmlns:a="http://schemas.openxmlformats.org/drawingml/2006/main">
            <a:off x="619125" y="3933825"/>
            <a:ext cx="4724400" cy="3667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91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D8D77D7B-37AE-402A-9F5D-2F5FB84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的 mask 一致性约束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65A7680D-5AAC-4566-A8AE-5A50752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比较本块 Guard 与邻居 Core 的像素值，邻居 Core 作为本轮冻结参考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D6FFF963-6AC5-4217-A7C9-4E0B4005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78DD2134-862F-4070-B6FF-CA96FD7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之外，CEPT 局部驱动为 0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本块 Core 不接收这项 CEPT 驱动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2656FD52-59A2-477B-A704-B08166D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CEPT 权重为 1；比较同位置的 mask 表示，四邻域条带内只驱动本块 Guard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45D27-4E1F-403F-A81E-9023CC49A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873615373430a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4343400" cy="5429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7D998-8D0C-4628-A455-5F427BCE8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c478e99bf48d5"/>
          <a:stretch xmlns:a="http://schemas.openxmlformats.org/drawingml/2006/main"/>
        </p:blipFill>
        <p:spPr>
          <a:xfrm xmlns:a="http://schemas.openxmlformats.org/drawingml/2006/main">
            <a:off x="619125" y="2743200"/>
            <a:ext cx="5345906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3DF5B-AD93-48CF-B20B-3E581B240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97da509674bb1"/>
          <a:stretch xmlns:a="http://schemas.openxmlformats.org/drawingml/2006/main"/>
        </p:blipFill>
        <p:spPr>
          <a:xfrm xmlns:a="http://schemas.openxmlformats.org/drawingml/2006/main">
            <a:off x="619125" y="4781550"/>
            <a:ext cx="4038600" cy="354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4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D17AC192-ADD6-40F0-A657-F18CCA9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的固定步长更新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48F83B53-F21D-4AF8-A22A-58B086D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先将 mask 梯度转换为 θ 梯度，再更新 Core + Guard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EB146A86-7A8A-4726-9563-DC30069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DAFF18CE-8FE5-4009-B674-203332F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步长 η = 0.9；更新窗口在 Core + Guard 为 1，外围 Halo 为 0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90B52F48-9879-4CEC-BA5F-B1EA9EF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最佳轮保存完整局部 θ / mask，最终只拼 Core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二值化复用原项目的 Imbinarize，随后交给 LSM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64EB6-4B1F-42E9-9F11-B0DC149D0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f8b5c19c743e5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1993106" cy="4810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00F6D-6362-4308-B9AB-4D33305DE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856b380aa4258"/>
          <a:stretch xmlns:a="http://schemas.openxmlformats.org/drawingml/2006/main"/>
        </p:blipFill>
        <p:spPr>
          <a:xfrm xmlns:a="http://schemas.openxmlformats.org/drawingml/2006/main">
            <a:off x="619125" y="2724150"/>
            <a:ext cx="3669506" cy="4310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FD1B8-142D-4EED-AD78-EECB7995F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94066ae13427a"/>
          <a:stretch xmlns:a="http://schemas.openxmlformats.org/drawingml/2006/main"/>
        </p:blipFill>
        <p:spPr>
          <a:xfrm xmlns:a="http://schemas.openxmlformats.org/drawingml/2006/main">
            <a:off x="619125" y="3638550"/>
            <a:ext cx="3414713" cy="442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90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2">
            <a:extLst xmlns:a="http://schemas.openxmlformats.org/drawingml/2006/main">
              <a:ext uri="{FF2B5EF4-FFF2-40B4-BE49-F238E27FC236}">
                <a16:creationId xmlns:a16="http://schemas.microsoft.com/office/drawing/2014/main" id="{9A91B089-4980-4ED7-91C6-B4D5E19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的水平集演化与灰度 mask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D1DD69F9-FFA5-45AF-B293-E354762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沿用原 C++ 的 WENO / Godunov、CFL 步长和两阶段 RK2</a:t>
            </a:r>
          </a:p>
        </p:txBody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5388193D-4286-4E79-9568-E35E3AB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31AE2A11-D22F-4C38-8369-20667DD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每块独立计算 CFL 步长，两阶段复用本轮已交换的梯度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CFL=0.9，曲率系数 β=0.01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56F22D42-489A-4CD6-A9C8-5CE6188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灰度渲染：φ 双线性放大 4 倍，再阈值化、块平均；只更新 Core + Guard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DC743-9378-41E8-BEC1-12D1BA7B7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68f8dcc2e4e2b"/>
          <a:stretch xmlns:a="http://schemas.openxmlformats.org/drawingml/2006/main"/>
        </p:blipFill>
        <p:spPr>
          <a:xfrm xmlns:a="http://schemas.openxmlformats.org/drawingml/2006/main">
            <a:off x="619125" y="1781175"/>
            <a:ext cx="5003006" cy="2786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2EC34-C63B-4E3D-BFD8-29ED7127B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c1e9fa8804592"/>
          <a:stretch xmlns:a="http://schemas.openxmlformats.org/drawingml/2006/main"/>
        </p:blipFill>
        <p:spPr>
          <a:xfrm xmlns:a="http://schemas.openxmlformats.org/drawingml/2006/main">
            <a:off x="619125" y="2524125"/>
            <a:ext cx="3136106" cy="32861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5B51F-2570-46C7-AB21-ADA7B2B79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e06e921ca4a20"/>
          <a:stretch xmlns:a="http://schemas.openxmlformats.org/drawingml/2006/main"/>
        </p:blipFill>
        <p:spPr>
          <a:xfrm xmlns:a="http://schemas.openxmlformats.org/drawingml/2006/main">
            <a:off x="619125" y="3133725"/>
            <a:ext cx="4367213" cy="3667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80AE2-1233-4F0F-87E0-16A292E55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e76162304b70"/>
          <a:stretch xmlns:a="http://schemas.openxmlformats.org/drawingml/2006/main"/>
        </p:blipFill>
        <p:spPr>
          <a:xfrm xmlns:a="http://schemas.openxmlformats.org/drawingml/2006/main">
            <a:off x="619125" y="5048250"/>
            <a:ext cx="3704339" cy="7058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59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D020EE2C-9DCB-4088-BE8F-73B0EB0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CTM 与 LSM 的实际配置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075263FE-69A5-4F08-8E2B-A169526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两阶段的评价窗口与更新方式不同，表内系数按保存历史分项核对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67F63D8-1929-4167-A9CF-C82DD9E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24FD3-9EB5-416B-B876-AF0EA50BADDD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2862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数据损失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内 PE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 主图 PE + BG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保存实验的 PE / EPE / BG 系数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1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CEPT / 融合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更新区域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/ 步长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固定梯度下降，η=0.9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RK2，逐块 CFL=0.9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表示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M=(1+cos θ)/2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 灰度覆盖率渲染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E8FEFEFC-2A9F-408D-A1EC-7FC90D9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50 轮、Metal 100 轮；LSM：两组均 100 轮</a:t>
            </a:r>
          </a:p>
        </p:txBody>
      </p:sp>
    </p:spTree>
    <p:extLst>
      <p:ext uri="{BB962C8B-B14F-4D97-AF65-F5344CB8AC3E}">
        <p14:creationId xmlns:p14="http://schemas.microsoft.com/office/powerpoint/2010/main" val="580758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5">
            <a:extLst xmlns:a="http://schemas.openxmlformats.org/drawingml/2006/main">
              <a:ext uri="{FF2B5EF4-FFF2-40B4-BE49-F238E27FC236}">
                <a16:creationId xmlns:a16="http://schemas.microsoft.com/office/drawing/2014/main" id="{A229090E-390E-4069-9E1E-BC46E8D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的全局 mask 结果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E022E764-3AB1-4C16-B41E-8575E6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88B28ABA-6F66-4B99-99F5-3D9BF21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text-98">
            <a:extLst xmlns:a="http://schemas.openxmlformats.org/drawingml/2006/main">
              <a:ext uri="{FF2B5EF4-FFF2-40B4-BE49-F238E27FC236}">
                <a16:creationId xmlns:a16="http://schemas.microsoft.com/office/drawing/2014/main" id="{A80BAB0E-B4BD-4FFD-8A59-1C1F2D1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03C8A-D59B-4CCE-94B4-655B55E95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f2aaa283949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183A7034-74C7-4E65-A3B9-DFB27BF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49806-386D-4115-97D9-0B1B5B8B8E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04f82696d4a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9E027CBB-9725-46D7-9414-4A1A66F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6EEE5-A727-424E-B8A4-CDE0A634C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25bcae2044f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E88D4F02-0E96-48C4-BA91-9216AAF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947B0-B859-4B88-929C-395EC65613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3e41a10594f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02">
            <a:extLst xmlns:a="http://schemas.openxmlformats.org/drawingml/2006/main">
              <a:ext uri="{FF2B5EF4-FFF2-40B4-BE49-F238E27FC236}">
                <a16:creationId xmlns:a16="http://schemas.microsoft.com/office/drawing/2014/main" id="{279967C4-5AB9-4B94-8059-93E5D3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最佳轮：49    LSM 最佳轮：98</a:t>
            </a:r>
          </a:p>
        </p:txBody>
      </p:sp>
      <p:sp>
        <p:nvSpPr>
          <p:cNvPr id="13" name="text-103">
            <a:extLst xmlns:a="http://schemas.openxmlformats.org/drawingml/2006/main">
              <a:ext uri="{FF2B5EF4-FFF2-40B4-BE49-F238E27FC236}">
                <a16:creationId xmlns:a16="http://schemas.microsoft.com/office/drawing/2014/main" id="{CE32ABC2-FF26-4E42-9CB4-EAF2B0E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605639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7A2D8FAD-94AA-4984-BF81-B2A3738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的全局 mask 结果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632D1FD9-BA6F-4A9B-A7F8-754C5E9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106">
            <a:extLst xmlns:a="http://schemas.openxmlformats.org/drawingml/2006/main">
              <a:ext uri="{FF2B5EF4-FFF2-40B4-BE49-F238E27FC236}">
                <a16:creationId xmlns:a16="http://schemas.microsoft.com/office/drawing/2014/main" id="{EA1C69A9-AEA6-48F5-9399-2FDE6B5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8C8B27C0-1F2C-4601-BACA-6A3E48D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945B-E61A-4407-A395-783411667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6c55248b645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73B7D3AD-5C0C-4838-B660-4FD8CAD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539A2-FBDC-455A-8F90-EB586F39D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6432f2ede45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70530D60-41B1-4F16-9CB4-0F46ED3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DB69E-CDD3-4389-9E8C-3F1BDAF7A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4e25322f84b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6CC5EA99-6F1D-45CC-9196-5CAF766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1E632-93F2-468E-AAB1-93DE16BF0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cee6809124b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4FEFF763-FEA4-4385-9D52-88BB6D8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最佳轮：100    LSM 最佳轮：96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E4596B0C-EF7E-495B-85C8-4DB2F72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106878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51AD243B-2D65-4CF8-95D3-6F1FA8B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CTM 局部成像对比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22AE6A04-89B4-4191-B9FD-D12791E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5C7D82A1-75E8-482B-905C-F0A11643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F5DA5CE6-7F04-44E8-A5C3-8AE9EF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A02D-2F81-4B5F-BD60-47525256F7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025d3d44046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9A04-A910-4D53-836D-81730BA44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fd3ac701848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2EC2F16-1EDF-45B2-9FFC-C23FDAB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04E9B-EC60-4F96-8C1F-BAF9D78B1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f2edee4eb46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B54DD-BF49-44E9-B575-389A4E2F8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688a2d4fd48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E6281D93-DB80-49DE-B8EF-044ECF6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B1C42-B7C8-410F-A2B8-F36832750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3200dd79a45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27073-DAFC-4EAC-ACFA-D57ECFB0B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0585fae3944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19">
            <a:extLst xmlns:a="http://schemas.openxmlformats.org/drawingml/2006/main">
              <a:ext uri="{FF2B5EF4-FFF2-40B4-BE49-F238E27FC236}">
                <a16:creationId xmlns:a16="http://schemas.microsoft.com/office/drawing/2014/main" id="{7D356CD2-7570-4C7A-961F-002A41D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20">
            <a:extLst xmlns:a="http://schemas.openxmlformats.org/drawingml/2006/main">
              <a:ext uri="{FF2B5EF4-FFF2-40B4-BE49-F238E27FC236}">
                <a16:creationId xmlns:a16="http://schemas.microsoft.com/office/drawing/2014/main" id="{42B47160-427E-41D1-9218-91094C9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21">
            <a:extLst xmlns:a="http://schemas.openxmlformats.org/drawingml/2006/main">
              <a:ext uri="{FF2B5EF4-FFF2-40B4-BE49-F238E27FC236}">
                <a16:creationId xmlns:a16="http://schemas.microsoft.com/office/drawing/2014/main" id="{E0934875-83B4-46DD-A51B-16DAD73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22">
            <a:extLst xmlns:a="http://schemas.openxmlformats.org/drawingml/2006/main">
              <a:ext uri="{FF2B5EF4-FFF2-40B4-BE49-F238E27FC236}">
                <a16:creationId xmlns:a16="http://schemas.microsoft.com/office/drawing/2014/main" id="{040D91CE-521E-439F-A9E7-674712D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23">
            <a:extLst xmlns:a="http://schemas.openxmlformats.org/drawingml/2006/main">
              <a:ext uri="{FF2B5EF4-FFF2-40B4-BE49-F238E27FC236}">
                <a16:creationId xmlns:a16="http://schemas.microsoft.com/office/drawing/2014/main" id="{AF230B5A-C3CD-43EB-8842-C26551CF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AF1765F1-0A1A-4E40-B13D-F28A6FF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CE62E973-0F11-4F32-AFF3-3FFE0A4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5,893.06</a:t>
            </a:r>
          </a:p>
        </p:txBody>
      </p:sp>
      <p:sp>
        <p:nvSpPr>
          <p:cNvPr id="20" name="text-126">
            <a:extLst xmlns:a="http://schemas.openxmlformats.org/drawingml/2006/main">
              <a:ext uri="{FF2B5EF4-FFF2-40B4-BE49-F238E27FC236}">
                <a16:creationId xmlns:a16="http://schemas.microsoft.com/office/drawing/2014/main" id="{FA7A98C3-B7E9-4BB7-B422-D7F556D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88.58%</a:t>
            </a:r>
          </a:p>
        </p:txBody>
      </p: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5AC670D-A7B4-43D9-8273-17AA41C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016723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F5E4C7A1-3FF7-4383-BBB5-462BB42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CTM 局部成像对比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C2749986-3900-486A-A34E-3955D19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496F155D-8E9D-40F1-B16F-F8F5B6F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F35F0675-A7E4-4F43-A75B-F4B0F84B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C8382-4579-4D7A-804D-3E4197A8E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ae88614254c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3D6BA-FAC3-4553-9CED-497F3B886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b20ca1ad743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469DD10E-2703-4EA8-B572-C124D0D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4C23F-0C9B-42DF-9562-39582601F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3c6c8e98d46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69214-D5ED-4E44-81E7-2890ED61D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95bebbd9d47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33">
            <a:extLst xmlns:a="http://schemas.openxmlformats.org/drawingml/2006/main">
              <a:ext uri="{FF2B5EF4-FFF2-40B4-BE49-F238E27FC236}">
                <a16:creationId xmlns:a16="http://schemas.microsoft.com/office/drawing/2014/main" id="{1A437547-0305-4079-9AD6-403EC8D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F5980-1762-43FC-9238-A89E2A05D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64bc762f948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5D4AA-40E1-47C4-A1EF-8A850698D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ac33fbede46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B179F4BD-6A03-4A54-ACC4-1388CEB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97B7C9D3-A6C8-48EB-A60B-4402471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36">
            <a:extLst xmlns:a="http://schemas.openxmlformats.org/drawingml/2006/main">
              <a:ext uri="{FF2B5EF4-FFF2-40B4-BE49-F238E27FC236}">
                <a16:creationId xmlns:a16="http://schemas.microsoft.com/office/drawing/2014/main" id="{4F115C5C-67AF-4794-9A01-DD1E0AB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E3550D92-E24E-4DE8-9568-6B1140A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68BFAB28-94CF-4B45-A328-60550B6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2FA1EB1A-FF66-4FF9-B71A-3449D6B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32FDC10-280D-4E9E-9FF1-ABE611B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2,350.92</a:t>
            </a:r>
          </a:p>
        </p:txBody>
      </p:sp>
      <p:sp>
        <p:nvSpPr>
          <p:cNvPr id="20" name="text-141">
            <a:extLst xmlns:a="http://schemas.openxmlformats.org/drawingml/2006/main">
              <a:ext uri="{FF2B5EF4-FFF2-40B4-BE49-F238E27FC236}">
                <a16:creationId xmlns:a16="http://schemas.microsoft.com/office/drawing/2014/main" id="{22F61ADA-2BB7-46D2-BC18-2DE3CE6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95.15%</a:t>
            </a:r>
          </a:p>
        </p:txBody>
      </p:sp>
      <p:sp>
        <p:nvSpPr>
          <p:cNvPr id="21" name="text-142">
            <a:extLst xmlns:a="http://schemas.openxmlformats.org/drawingml/2006/main">
              <a:ext uri="{FF2B5EF4-FFF2-40B4-BE49-F238E27FC236}">
                <a16:creationId xmlns:a16="http://schemas.microsoft.com/office/drawing/2014/main" id="{38640F29-8F24-471B-BE8D-C563688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125288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43">
            <a:extLst xmlns:a="http://schemas.openxmlformats.org/drawingml/2006/main">
              <a:ext uri="{FF2B5EF4-FFF2-40B4-BE49-F238E27FC236}">
                <a16:creationId xmlns:a16="http://schemas.microsoft.com/office/drawing/2014/main" id="{5BD49469-433A-4B97-BF38-50E5DDA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LSM 局部成像对比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13D160CC-CCA0-4D2F-A3E5-5E77F3E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9E613655-9D3A-49BD-9C6E-28B6B3E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0718940E-8678-4AC0-9608-17F168A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E571C-91A5-4B5E-B17F-BABB3E851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9f09cdca747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137FC-002A-441C-A8C9-4DE749D5D5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c5f1cd4f45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8D0299F9-5663-4402-B382-9795ACF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84B99-02D0-4893-9CC7-A8D96499C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1345f9ee749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4356A-E10D-4859-ADF5-E1CA990C8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60f0acb5f4d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B9A551A9-E0EE-4A39-9E4C-697ECAA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0E70-17EA-4FA4-9EA7-4CADEFF97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9a079d7da4f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42E7D-CF8B-488B-9F79-E4E9101A8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f0d7127984e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B59E575C-993D-4F6F-BF2E-EA290EE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0056727E-9A9B-4905-B95A-9ACF7BF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F73E3A39-86B2-4CAD-B06D-5E0B8CD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024D5DF9-E427-4CBF-A753-C3564B7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DA775FB3-BEF3-4770-987D-C8082DF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54">
            <a:extLst xmlns:a="http://schemas.openxmlformats.org/drawingml/2006/main">
              <a:ext uri="{FF2B5EF4-FFF2-40B4-BE49-F238E27FC236}">
                <a16:creationId xmlns:a16="http://schemas.microsoft.com/office/drawing/2014/main" id="{12CAECF7-7423-42DD-AE88-EC0723C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2C0F601B-5C82-4F3E-AE57-68360A7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4,426.37</a:t>
            </a:r>
          </a:p>
        </p:txBody>
      </p:sp>
      <p:sp>
        <p:nvSpPr>
          <p:cNvPr id="20" name="text-156">
            <a:extLst xmlns:a="http://schemas.openxmlformats.org/drawingml/2006/main">
              <a:ext uri="{FF2B5EF4-FFF2-40B4-BE49-F238E27FC236}">
                <a16:creationId xmlns:a16="http://schemas.microsoft.com/office/drawing/2014/main" id="{C87FC981-0E52-4552-B5E9-A537298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91.42%</a:t>
            </a:r>
          </a:p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B78E1CE3-0BA1-4957-A262-F608EC7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189.22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592422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FD8F8A6F-D7ED-4981-85D7-6CF915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局部成像对比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7CE829F3-9C3B-43B0-9069-2C4A6F2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733F29A3-12DE-4CE0-8CE1-D0725DC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BFE97289-8E47-4A1A-9C09-4E42E4F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98653-FB52-456C-A40C-0EB8835B2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a769e632246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6ED08-AA1B-4B46-BD45-8FC3A2964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b35e0e11b4a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C7E0AD14-A52E-49CF-9F35-597D59F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E742D-A957-4607-A2CD-792111128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9d816fe914a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36382-E9F1-4705-A260-1C8B39A98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e2be087604e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C08D1E25-1DD8-4C3D-8F7F-B880A04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E0698-3996-4067-B080-02339CF3F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269b9104644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D6C71-ED20-4BB2-9E83-7D93E83EA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96a0ee5e44e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64">
            <a:extLst xmlns:a="http://schemas.openxmlformats.org/drawingml/2006/main">
              <a:ext uri="{FF2B5EF4-FFF2-40B4-BE49-F238E27FC236}">
                <a16:creationId xmlns:a16="http://schemas.microsoft.com/office/drawing/2014/main" id="{6A9564D4-FC37-4416-AC7A-1C20771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65">
            <a:extLst xmlns:a="http://schemas.openxmlformats.org/drawingml/2006/main">
              <a:ext uri="{FF2B5EF4-FFF2-40B4-BE49-F238E27FC236}">
                <a16:creationId xmlns:a16="http://schemas.microsoft.com/office/drawing/2014/main" id="{887FAE4A-56CB-427C-9913-FDC9E97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66">
            <a:extLst xmlns:a="http://schemas.openxmlformats.org/drawingml/2006/main">
              <a:ext uri="{FF2B5EF4-FFF2-40B4-BE49-F238E27FC236}">
                <a16:creationId xmlns:a16="http://schemas.microsoft.com/office/drawing/2014/main" id="{BBC3AFB8-1B9D-43E6-A3CA-9589E77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67">
            <a:extLst xmlns:a="http://schemas.openxmlformats.org/drawingml/2006/main">
              <a:ext uri="{FF2B5EF4-FFF2-40B4-BE49-F238E27FC236}">
                <a16:creationId xmlns:a16="http://schemas.microsoft.com/office/drawing/2014/main" id="{D0DA70BF-9189-4F14-911E-D051111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68">
            <a:extLst xmlns:a="http://schemas.openxmlformats.org/drawingml/2006/main">
              <a:ext uri="{FF2B5EF4-FFF2-40B4-BE49-F238E27FC236}">
                <a16:creationId xmlns:a16="http://schemas.microsoft.com/office/drawing/2014/main" id="{1C208CD2-AE01-43A2-8D6F-0136161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69">
            <a:extLst xmlns:a="http://schemas.openxmlformats.org/drawingml/2006/main">
              <a:ext uri="{FF2B5EF4-FFF2-40B4-BE49-F238E27FC236}">
                <a16:creationId xmlns:a16="http://schemas.microsoft.com/office/drawing/2014/main" id="{BF650D01-C020-4AC1-A138-41A88FB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70">
            <a:extLst xmlns:a="http://schemas.openxmlformats.org/drawingml/2006/main">
              <a:ext uri="{FF2B5EF4-FFF2-40B4-BE49-F238E27FC236}">
                <a16:creationId xmlns:a16="http://schemas.microsoft.com/office/drawing/2014/main" id="{43E1184D-0FED-4EE3-B587-14FA47D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2,755.48</a:t>
            </a:r>
          </a:p>
        </p:txBody>
      </p:sp>
      <p:sp>
        <p:nvSpPr>
          <p:cNvPr id="20" name="text-171">
            <a:extLst xmlns:a="http://schemas.openxmlformats.org/drawingml/2006/main">
              <a:ext uri="{FF2B5EF4-FFF2-40B4-BE49-F238E27FC236}">
                <a16:creationId xmlns:a16="http://schemas.microsoft.com/office/drawing/2014/main" id="{0FDBD81D-7088-4A64-9394-3F6403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94.31%</a:t>
            </a:r>
          </a:p>
        </p:txBody>
      </p:sp>
      <p:sp>
        <p:nvSpPr>
          <p:cNvPr id="21" name="text-172">
            <a:extLst xmlns:a="http://schemas.openxmlformats.org/drawingml/2006/main">
              <a:ext uri="{FF2B5EF4-FFF2-40B4-BE49-F238E27FC236}">
                <a16:creationId xmlns:a16="http://schemas.microsoft.com/office/drawing/2014/main" id="{44E1B486-7AAD-4E36-AB92-C75B7E0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209.24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14613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308ADB1A-D8D5-49B3-8626-20E9B4F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全图对比</a:t>
            </a:r>
          </a:p>
        </p:txBody>
      </p:sp>
      <p:sp>
        <p:nvSpPr>
          <p:cNvPr id="2" name="text-174">
            <a:extLst xmlns:a="http://schemas.openxmlformats.org/drawingml/2006/main">
              <a:ext uri="{FF2B5EF4-FFF2-40B4-BE49-F238E27FC236}">
                <a16:creationId xmlns:a16="http://schemas.microsoft.com/office/drawing/2014/main" id="{E0CFD6E1-9CB0-4261-BDFF-B3ABFE4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FBE1D942-AC29-4A1F-9668-8AA9953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97768BD2-8C23-4951-8754-8AB6BED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1F4E4891-96CB-4F1A-A69D-644EFEA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5E3A-DF2A-4F6E-ADB1-1E7A62B3F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3099c673542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29809804-DB72-4089-A84D-6D8C643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9AB234A4-DFDE-4366-AC9F-DC9E1E6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8E56F-3436-42BE-95C8-DE5C2D7B6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8d65acaa49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B43D40C2-9283-4039-ACD8-505C41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0F8896A8-E663-4F11-8B2E-F61624C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3A1FB-2E01-468F-B80E-A601C861EC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9d71fa1b04a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4FB65164-4B5E-41C6-B7B8-BEAFF10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7432114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3ED59F53-B784-490F-B469-E3D9D01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局部放大对比</a:t>
            </a:r>
          </a:p>
        </p:txBody>
      </p:sp>
      <p:sp>
        <p:nvSpPr>
          <p:cNvPr id="2" name="text-184">
            <a:extLst xmlns:a="http://schemas.openxmlformats.org/drawingml/2006/main">
              <a:ext uri="{FF2B5EF4-FFF2-40B4-BE49-F238E27FC236}">
                <a16:creationId xmlns:a16="http://schemas.microsoft.com/office/drawing/2014/main" id="{BD623A24-F09C-4CC2-844A-C3964AA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293DFA6B-288F-49C2-9C83-F7D4E21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text-186">
            <a:extLst xmlns:a="http://schemas.openxmlformats.org/drawingml/2006/main">
              <a:ext uri="{FF2B5EF4-FFF2-40B4-BE49-F238E27FC236}">
                <a16:creationId xmlns:a16="http://schemas.microsoft.com/office/drawing/2014/main" id="{5237A872-01E8-4197-B3F6-F38D9D4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87">
            <a:extLst xmlns:a="http://schemas.openxmlformats.org/drawingml/2006/main">
              <a:ext uri="{FF2B5EF4-FFF2-40B4-BE49-F238E27FC236}">
                <a16:creationId xmlns:a16="http://schemas.microsoft.com/office/drawing/2014/main" id="{A63587E8-0E76-497E-81F9-9A911A5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63004-1755-4705-9E42-94FDC47C7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1f515a35247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0D2656C3-462C-468F-8E2F-54BBB47C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C034512A-B7AF-42F8-8669-105BDA1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11ACE-E7A4-4B95-888D-37BA6584D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5da970c8645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1B44F8E0-89CD-483E-B2CE-5EAE9F7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881FD6F0-4E36-402D-9662-C7284F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D06C7-30EA-41E6-BA96-328AC5F11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2f515bff04e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92">
            <a:extLst xmlns:a="http://schemas.openxmlformats.org/drawingml/2006/main">
              <a:ext uri="{FF2B5EF4-FFF2-40B4-BE49-F238E27FC236}">
                <a16:creationId xmlns:a16="http://schemas.microsoft.com/office/drawing/2014/main" id="{853C54C5-3A23-4A2B-86FD-41B3775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2708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93">
            <a:extLst xmlns:a="http://schemas.openxmlformats.org/drawingml/2006/main">
              <a:ext uri="{FF2B5EF4-FFF2-40B4-BE49-F238E27FC236}">
                <a16:creationId xmlns:a16="http://schemas.microsoft.com/office/drawing/2014/main" id="{E4C962D0-93B4-4EF1-977A-6DCFCEB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全图对比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6B91BB38-CA69-43E1-B1CD-07920BD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C3C1CEFB-F16E-44E6-AC2F-FFF8E32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635F8D4A-0884-4D89-AE1B-B8C6D7B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97">
            <a:extLst xmlns:a="http://schemas.openxmlformats.org/drawingml/2006/main">
              <a:ext uri="{FF2B5EF4-FFF2-40B4-BE49-F238E27FC236}">
                <a16:creationId xmlns:a16="http://schemas.microsoft.com/office/drawing/2014/main" id="{DC312664-019F-40E6-8349-6C75B06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1EC0B-F5F6-4C5D-9046-0600F167D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ed38c971d4e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98">
            <a:extLst xmlns:a="http://schemas.openxmlformats.org/drawingml/2006/main">
              <a:ext uri="{FF2B5EF4-FFF2-40B4-BE49-F238E27FC236}">
                <a16:creationId xmlns:a16="http://schemas.microsoft.com/office/drawing/2014/main" id="{AD500862-8F42-4D6A-A15F-BDB95A1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99">
            <a:extLst xmlns:a="http://schemas.openxmlformats.org/drawingml/2006/main">
              <a:ext uri="{FF2B5EF4-FFF2-40B4-BE49-F238E27FC236}">
                <a16:creationId xmlns:a16="http://schemas.microsoft.com/office/drawing/2014/main" id="{B99FC9C5-20DD-496A-A6CC-D63C228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DE8A5-E323-4728-BB75-0BAD2CFA3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fa277911d4c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F3969FF4-681A-48DE-8DAA-D47DBE6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C549C05A-E71D-450E-9186-6A94A17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3DB49-56C1-4797-8A56-FBDBF0061F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4e4da4b354e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02">
            <a:extLst xmlns:a="http://schemas.openxmlformats.org/drawingml/2006/main">
              <a:ext uri="{FF2B5EF4-FFF2-40B4-BE49-F238E27FC236}">
                <a16:creationId xmlns:a16="http://schemas.microsoft.com/office/drawing/2014/main" id="{05256B5D-8DD3-4691-ACC9-AEBC26F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44206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3">
            <a:extLst xmlns:a="http://schemas.openxmlformats.org/drawingml/2006/main">
              <a:ext uri="{FF2B5EF4-FFF2-40B4-BE49-F238E27FC236}">
                <a16:creationId xmlns:a16="http://schemas.microsoft.com/office/drawing/2014/main" id="{850FBE9A-4622-4CB6-9AD8-15CC1D4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局部放大对比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B5C8AD18-D575-4AB8-8C81-143A84D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205">
            <a:extLst xmlns:a="http://schemas.openxmlformats.org/drawingml/2006/main">
              <a:ext uri="{FF2B5EF4-FFF2-40B4-BE49-F238E27FC236}">
                <a16:creationId xmlns:a16="http://schemas.microsoft.com/office/drawing/2014/main" id="{5B306654-7AD7-47EE-B57E-7B2167E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244FA177-3312-48AC-A74D-5777F15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A99A8CC8-A6D4-4758-97C4-36B79FE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3F71B-9597-4B69-8B19-0B4CEFF8E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10f02bb8746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805D86D1-6534-44D8-9F4B-E2C766E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209">
            <a:extLst xmlns:a="http://schemas.openxmlformats.org/drawingml/2006/main">
              <a:ext uri="{FF2B5EF4-FFF2-40B4-BE49-F238E27FC236}">
                <a16:creationId xmlns:a16="http://schemas.microsoft.com/office/drawing/2014/main" id="{577A4848-FAB9-4C41-B117-C2FDE0F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62535-9424-4BEA-883E-ACDD2C18B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087a7534245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E03D9448-99A3-45E2-9CCC-9E80294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33F744D2-99AB-48DF-8644-E692B16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AD290-04A1-4BDE-8A00-A0EC2DEC2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898cca07544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12">
            <a:extLst xmlns:a="http://schemas.openxmlformats.org/drawingml/2006/main">
              <a:ext uri="{FF2B5EF4-FFF2-40B4-BE49-F238E27FC236}">
                <a16:creationId xmlns:a16="http://schemas.microsoft.com/office/drawing/2014/main" id="{7A3AED9E-FD5B-4265-B328-A8908EC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9512820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060DD863-CE13-4CA5-BD46-9C79AD7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的损失变化</a:t>
            </a:r>
          </a:p>
        </p:txBody>
      </p:sp>
      <p:sp>
        <p:nvSpPr>
          <p:cNvPr id="2" name="text-214">
            <a:extLst xmlns:a="http://schemas.openxmlformats.org/drawingml/2006/main">
              <a:ext uri="{FF2B5EF4-FFF2-40B4-BE49-F238E27FC236}">
                <a16:creationId xmlns:a16="http://schemas.microsoft.com/office/drawing/2014/main" id="{737F0D46-8C38-40E0-A84E-15292F8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纵轴使用 log₁₀(total loss)，展示早期振荡与后期下降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13105DFA-FA59-43AE-946F-FE80EE9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text-216">
            <a:extLst xmlns:a="http://schemas.openxmlformats.org/drawingml/2006/main">
              <a:ext uri="{FF2B5EF4-FFF2-40B4-BE49-F238E27FC236}">
                <a16:creationId xmlns:a16="http://schemas.microsoft.com/office/drawing/2014/main" id="{C9D6BB0B-F73B-4294-8825-54116830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6" name="text-217">
            <a:extLst xmlns:a="http://schemas.openxmlformats.org/drawingml/2006/main">
              <a:ext uri="{FF2B5EF4-FFF2-40B4-BE49-F238E27FC236}">
                <a16:creationId xmlns:a16="http://schemas.microsoft.com/office/drawing/2014/main" id="{8D93C888-4715-4C9F-A934-DF2E25E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05075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55,452.97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6,008.22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49</a:t>
            </a:r>
          </a:p>
        </p:txBody>
      </p:sp>
      <p:sp>
        <p:nvSpPr>
          <p:cNvPr id="7" name="text-218">
            <a:extLst xmlns:a="http://schemas.openxmlformats.org/drawingml/2006/main">
              <a:ext uri="{FF2B5EF4-FFF2-40B4-BE49-F238E27FC236}">
                <a16:creationId xmlns:a16="http://schemas.microsoft.com/office/drawing/2014/main" id="{BB3E03EE-2B9E-45DC-ADE3-B6DAFDB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8" name="text-219">
            <a:extLst xmlns:a="http://schemas.openxmlformats.org/drawingml/2006/main">
              <a:ext uri="{FF2B5EF4-FFF2-40B4-BE49-F238E27FC236}">
                <a16:creationId xmlns:a16="http://schemas.microsoft.com/office/drawing/2014/main" id="{86EB5112-2133-427D-94CC-94523DF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29,750.83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2,362.15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100</a:t>
            </a:r>
          </a:p>
        </p:txBody>
      </p:sp>
      <p:sp>
        <p:nvSpPr>
          <p:cNvPr id="9" name="text-220">
            <a:extLst xmlns:a="http://schemas.openxmlformats.org/drawingml/2006/main">
              <a:ext uri="{FF2B5EF4-FFF2-40B4-BE49-F238E27FC236}">
                <a16:creationId xmlns:a16="http://schemas.microsoft.com/office/drawing/2014/main" id="{D4849758-0A84-4733-ACF9-D53B6DD0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total loss = Core PE + CEPT；这里的初始 loss 与原始 target 成像 PE 是不同输入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7247F80B-168F-47C6-9B21-43EDFB9FEA4E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7667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649f1214b5472b"/>
          </a:graphicData>
        </a:graphic>
      </p:graphicFrame>
    </p:spTree>
    <p:extLst>
      <p:ext uri="{BB962C8B-B14F-4D97-AF65-F5344CB8AC3E}">
        <p14:creationId xmlns:p14="http://schemas.microsoft.com/office/powerpoint/2010/main" val="8300754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21">
            <a:extLst xmlns:a="http://schemas.openxmlformats.org/drawingml/2006/main">
              <a:ext uri="{FF2B5EF4-FFF2-40B4-BE49-F238E27FC236}">
                <a16:creationId xmlns:a16="http://schemas.microsoft.com/office/drawing/2014/main" id="{6DE51103-4EC8-472A-B7F0-8C376B8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的损失变化与最佳轮</a:t>
            </a:r>
          </a:p>
        </p:txBody>
      </p:sp>
      <p:sp>
        <p:nvSpPr>
          <p:cNvPr id="2" name="text-222">
            <a:extLst xmlns:a="http://schemas.openxmlformats.org/drawingml/2006/main">
              <a:ext uri="{FF2B5EF4-FFF2-40B4-BE49-F238E27FC236}">
                <a16:creationId xmlns:a16="http://schemas.microsoft.com/office/drawing/2014/main" id="{E61A87DD-A8F0-4299-A88E-2EE5018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输出总损失最低轮，保留末轮数据用于判断振荡</a:t>
            </a:r>
          </a:p>
        </p:txBody>
      </p:sp>
      <p:sp>
        <p:nvSpPr>
          <p:cNvPr id="3" name="text-223">
            <a:extLst xmlns:a="http://schemas.openxmlformats.org/drawingml/2006/main">
              <a:ext uri="{FF2B5EF4-FFF2-40B4-BE49-F238E27FC236}">
                <a16:creationId xmlns:a16="http://schemas.microsoft.com/office/drawing/2014/main" id="{507F8AFE-B54C-4DDB-8FE2-B68BFCA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text-224">
            <a:extLst xmlns:a="http://schemas.openxmlformats.org/drawingml/2006/main">
              <a:ext uri="{FF2B5EF4-FFF2-40B4-BE49-F238E27FC236}">
                <a16:creationId xmlns:a16="http://schemas.microsoft.com/office/drawing/2014/main" id="{1717A7DA-6557-48F6-99C8-DEB751B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Contact：最佳第 98 轮</a:t>
            </a:r>
          </a:p>
        </p:txBody>
      </p:sp>
      <p:sp>
        <p:nvSpPr>
          <p:cNvPr id="6" name="text-225">
            <a:extLst xmlns:a="http://schemas.openxmlformats.org/drawingml/2006/main">
              <a:ext uri="{FF2B5EF4-FFF2-40B4-BE49-F238E27FC236}">
                <a16:creationId xmlns:a16="http://schemas.microsoft.com/office/drawing/2014/main" id="{9915C190-3ACA-445D-A2F5-50189D1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8,676.85 + BG 2,874.32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597.15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12,148.33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12,198.15</a:t>
            </a:r>
          </a:p>
        </p:txBody>
      </p:sp>
      <p:sp>
        <p:nvSpPr>
          <p:cNvPr id="7" name="text-226">
            <a:extLst xmlns:a="http://schemas.openxmlformats.org/drawingml/2006/main">
              <a:ext uri="{FF2B5EF4-FFF2-40B4-BE49-F238E27FC236}">
                <a16:creationId xmlns:a16="http://schemas.microsoft.com/office/drawing/2014/main" id="{54142736-1D62-4123-B8EC-9593BA8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Metal：最佳第 96 轮</a:t>
            </a:r>
          </a:p>
        </p:txBody>
      </p:sp>
      <p:sp>
        <p:nvSpPr>
          <p:cNvPr id="8" name="text-227">
            <a:extLst xmlns:a="http://schemas.openxmlformats.org/drawingml/2006/main">
              <a:ext uri="{FF2B5EF4-FFF2-40B4-BE49-F238E27FC236}">
                <a16:creationId xmlns:a16="http://schemas.microsoft.com/office/drawing/2014/main" id="{B7877325-440C-420C-837D-CF8D172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3,247.41 + BG 3,269.79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808.34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7,325.54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7,359.66</a:t>
            </a:r>
          </a:p>
        </p:txBody>
      </p:sp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129D25F3-976B-4ADC-8D2F-B0FE3BC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total loss = 主图 PE + 背景惩罚 + CEPT；评价 Core + Guard，EPE 仅统计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A08E2756-6AAE-4A70-A193-F3287835C68C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300af3d4ab42a7"/>
          </a:graphicData>
        </a:graphic>
      </p:graphicFrame>
    </p:spTree>
    <p:extLst>
      <p:ext uri="{BB962C8B-B14F-4D97-AF65-F5344CB8AC3E}">
        <p14:creationId xmlns:p14="http://schemas.microsoft.com/office/powerpoint/2010/main" val="1234298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742EF89E-63E1-428C-A26C-DF2610D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相同成像口径下的结果汇总</a:t>
            </a:r>
          </a:p>
        </p:txBody>
      </p:sp>
      <p:sp>
        <p:nvSpPr>
          <p:cNvPr id="2" name="text-230">
            <a:extLst xmlns:a="http://schemas.openxmlformats.org/drawingml/2006/main">
              <a:ext uri="{FF2B5EF4-FFF2-40B4-BE49-F238E27FC236}">
                <a16:creationId xmlns:a16="http://schemas.microsoft.com/office/drawing/2014/main" id="{AE6302DD-0FC5-4F34-A43E-DABA80E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使用各阶段最佳局部 mask 成像，将 WI 的 Core 拼回后统计全图 PE</a:t>
            </a:r>
          </a:p>
        </p:txBody>
      </p:sp>
      <p:sp>
        <p:nvSpPr>
          <p:cNvPr id="3" name="text-231">
            <a:extLst xmlns:a="http://schemas.openxmlformats.org/drawingml/2006/main">
              <a:ext uri="{FF2B5EF4-FFF2-40B4-BE49-F238E27FC236}">
                <a16:creationId xmlns:a16="http://schemas.microsoft.com/office/drawing/2014/main" id="{2E432C25-E291-4D13-AC47-2542F26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335B4-54B7-4219-AF98-264409473782}"/>
              </a:ext>
            </a:extLst>
          </p:cNvPr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952750"/>
                <a:gridCol w="2952750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 target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51,581.43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5,893.06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4,426.37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48,466.56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2,350.92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2,755.48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32">
            <a:extLst xmlns:a="http://schemas.openxmlformats.org/drawingml/2006/main">
              <a:ext uri="{FF2B5EF4-FFF2-40B4-BE49-F238E27FC236}">
                <a16:creationId xmlns:a16="http://schemas.microsoft.com/office/drawing/2014/main" id="{A4172D08-27DE-458C-8D1E-7806FD8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下降 88.58%，Metal 下降 95.15%</a:t>
            </a:r>
          </a:p>
        </p:txBody>
      </p:sp>
      <p:sp>
        <p:nvSpPr>
          <p:cNvPr id="6" name="text-233">
            <a:extLst xmlns:a="http://schemas.openxmlformats.org/drawingml/2006/main">
              <a:ext uri="{FF2B5EF4-FFF2-40B4-BE49-F238E27FC236}">
                <a16:creationId xmlns:a16="http://schemas.microsoft.com/office/drawing/2014/main" id="{7AB46655-78E4-450A-92DF-D91DB4B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LSM：Contact 下降 91.42%，Metal 下降 94.31%</a:t>
            </a:r>
          </a:p>
        </p:txBody>
      </p:sp>
      <p:sp>
        <p:nvSpPr>
          <p:cNvPr id="7" name="text-234">
            <a:extLst xmlns:a="http://schemas.openxmlformats.org/drawingml/2006/main">
              <a:ext uri="{FF2B5EF4-FFF2-40B4-BE49-F238E27FC236}">
                <a16:creationId xmlns:a16="http://schemas.microsoft.com/office/drawing/2014/main" id="{D1231C18-126B-493A-B968-993B4EC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相对 CTM 灰度结果：Contact 的 LSM 全图 PE 下降 24.89%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全图 PE 上升 17.21%，两阶段目标与 mask 表示不同</a:t>
            </a:r>
          </a:p>
        </p:txBody>
      </p:sp>
      <p:sp>
        <p:nvSpPr>
          <p:cNvPr id="8" name="text-235">
            <a:extLst xmlns:a="http://schemas.openxmlformats.org/drawingml/2006/main">
              <a:ext uri="{FF2B5EF4-FFF2-40B4-BE49-F238E27FC236}">
                <a16:creationId xmlns:a16="http://schemas.microsoft.com/office/drawing/2014/main" id="{EBA56363-CD81-4CA0-995F-F54C182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各 Micro 独立局部状态成像后拼 Core，此结果不等同于拼回 mask 的全图重新成像</a:t>
            </a:r>
          </a:p>
        </p:txBody>
      </p:sp>
    </p:spTree>
    <p:extLst>
      <p:ext uri="{BB962C8B-B14F-4D97-AF65-F5344CB8AC3E}">
        <p14:creationId xmlns:p14="http://schemas.microsoft.com/office/powerpoint/2010/main" val="3281149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6">
            <a:extLst xmlns:a="http://schemas.openxmlformats.org/drawingml/2006/main">
              <a:ext uri="{FF2B5EF4-FFF2-40B4-BE49-F238E27FC236}">
                <a16:creationId xmlns:a16="http://schemas.microsoft.com/office/drawing/2014/main" id="{F0A70F3E-4633-4584-9C74-67B05B3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 点选取与逐点评价</a:t>
            </a:r>
          </a:p>
        </p:txBody>
      </p:sp>
      <p:sp>
        <p:nvSpPr>
          <p:cNvPr id="2" name="text-237">
            <a:extLst xmlns:a="http://schemas.openxmlformats.org/drawingml/2006/main">
              <a:ext uri="{FF2B5EF4-FFF2-40B4-BE49-F238E27FC236}">
                <a16:creationId xmlns:a16="http://schemas.microsoft.com/office/drawing/2014/main" id="{A87AFF40-C19E-4FE3-B275-92CCA31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EP 在原始 target 上选取，每个全局 EP 由所属 Core 统计一次</a:t>
            </a:r>
          </a:p>
        </p:txBody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69A5468F-B0FC-42F7-8838-54226A1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BCCD3-3548-4A0A-91E2-78F1909E7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d43a5c6f4d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1695450"/>
            <a:ext cx="4095750" cy="4095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A30B5-3F49-449E-BC15-7FF3BBD3A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b86d690f04c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9545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E21CD03D-85C7-4329-A871-6248CC2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Contact：3706 个全局 EP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FF63FC7A-1F97-42FD-B503-2B6EB29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Metal：1253 个全局 EP</a:t>
            </a:r>
          </a:p>
        </p:txBody>
      </p:sp>
      <p:sp>
        <p:nvSpPr>
          <p:cNvPr id="8" name="text-241">
            <a:extLst xmlns:a="http://schemas.openxmlformats.org/drawingml/2006/main">
              <a:ext uri="{FF2B5EF4-FFF2-40B4-BE49-F238E27FC236}">
                <a16:creationId xmlns:a16="http://schemas.microsoft.com/office/drawing/2014/main" id="{083AFFCB-1870-4408-861B-D72F4C5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两份保存配置均记录 epe_sampling=contact；本次 EPE 权重为 0，EP 用于评价</a:t>
            </a:r>
          </a:p>
        </p:txBody>
      </p:sp>
    </p:spTree>
    <p:extLst>
      <p:ext uri="{BB962C8B-B14F-4D97-AF65-F5344CB8AC3E}">
        <p14:creationId xmlns:p14="http://schemas.microsoft.com/office/powerpoint/2010/main" val="629935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42">
            <a:extLst xmlns:a="http://schemas.openxmlformats.org/drawingml/2006/main">
              <a:ext uri="{FF2B5EF4-FFF2-40B4-BE49-F238E27FC236}">
                <a16:creationId xmlns:a16="http://schemas.microsoft.com/office/drawing/2014/main" id="{A315FF78-165A-4CE7-952B-43F4A8C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EPE 评价公式与最佳轮统计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C267FDC5-6763-4D22-914D-8830C9D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绝对 EPE 用于报告，平方 EPE 的近似梯度用于可选优化驱动</a:t>
            </a:r>
          </a:p>
        </p:txBody>
      </p:sp>
      <p:sp>
        <p:nvSpPr>
          <p:cNvPr id="3" name="text-244">
            <a:extLst xmlns:a="http://schemas.openxmlformats.org/drawingml/2006/main">
              <a:ext uri="{FF2B5EF4-FFF2-40B4-BE49-F238E27FC236}">
                <a16:creationId xmlns:a16="http://schemas.microsoft.com/office/drawing/2014/main" id="{52EACA3A-91BE-4FB7-AFF5-F0835F0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13667E50-B634-46E8-8584-E61ACF2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物理斜率按 8 nm / px 计算，EPE 单位为 nm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2B427-005A-45E3-9D12-19BD73DDC94F}"/>
              </a:ext>
            </a:extLst>
          </p:cNvPr>
          <p:cNvGraphicFramePr/>
          <p:nvPr/>
        </p:nvGraphicFramePr>
        <p:xfrm>
          <a:off xmlns:a="http://schemas.openxmlformats.org/drawingml/2006/main" x="619125" y="3076575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587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全局唯一 EP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均值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中位数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P95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11.73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6.66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8.14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44.97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9.13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CBF89E02-A6CD-4670-9E4E-7C65D7C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平方驱动冻结像素斜率，不包含斜率随 mask 的导数；本次 EPE 仅评价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E2B72-3FF0-4394-9DE1-A77CB5E4F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6c7d778c74724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1574006" cy="4953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3E528-BBF4-44CF-80C2-8298B3882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d6ee4a40d4ab3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2602647" cy="7058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78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49">
            <a:extLst xmlns:a="http://schemas.openxmlformats.org/drawingml/2006/main">
              <a:ext uri="{FF2B5EF4-FFF2-40B4-BE49-F238E27FC236}">
                <a16:creationId xmlns:a16="http://schemas.microsoft.com/office/drawing/2014/main" id="{818B0B02-B4CB-41AF-AA00-70FBCAC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梯度融合与 CEPT 的接缝对照</a:t>
            </a:r>
          </a:p>
        </p:txBody>
      </p:sp>
      <p:sp>
        <p:nvSpPr>
          <p:cNvPr id="2" name="text-250">
            <a:extLst xmlns:a="http://schemas.openxmlformats.org/drawingml/2006/main">
              <a:ext uri="{FF2B5EF4-FFF2-40B4-BE49-F238E27FC236}">
                <a16:creationId xmlns:a16="http://schemas.microsoft.com/office/drawing/2014/main" id="{030A4BF0-F461-48BA-9603-9671FEE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补充实验：Metal，4×4 Micro，Halo=128，Guard=30，100 次 CTM 更新</a:t>
            </a:r>
          </a:p>
        </p:txBody>
      </p:sp>
      <p:sp>
        <p:nvSpPr>
          <p:cNvPr id="3" name="text-251">
            <a:extLst xmlns:a="http://schemas.openxmlformats.org/drawingml/2006/main">
              <a:ext uri="{FF2B5EF4-FFF2-40B4-BE49-F238E27FC236}">
                <a16:creationId xmlns:a16="http://schemas.microsoft.com/office/drawing/2014/main" id="{85B736C3-4B2F-4FCA-93A4-2E15F30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5F7CD-33C7-407C-B317-ADA4E12850B2}"/>
              </a:ext>
            </a:extLst>
          </p:cNvPr>
          <p:cNvGraphicFramePr/>
          <p:nvPr/>
        </p:nvGraphicFramePr>
        <p:xfrm>
          <a:off xmlns:a="http://schemas.openxmlformats.org/drawingml/2006/main" x="619125" y="1800225"/>
          <a:ext xmlns:a="http://schemas.openxmlformats.org/drawingml/2006/main" cx="109537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67000"/>
                <a:gridCol w="2667000"/>
                <a:gridCol w="2667000"/>
              </a:tblGrid>
              <a:tr h="5619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 / CEPT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重叠 mask RMSE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前景接缝 MAE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关闭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0.18765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0.06509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2,377.79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关闭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0.15103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0.06388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2,378.56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开启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0.00589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0.10640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2,396.76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开启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0.00459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0.10662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2,409.39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90243474-2EB7-4BC9-B08C-8171866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同时开启后，重叠区域 RMSE 下降约 97.55%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22F04639-1D37-4AAB-B1F8-2F01C67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减少同一位置的表示差异，但不能保证相邻 Core 接缝更平滑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0A44123A-6790-46E3-8B7A-EB7484E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这组对照使用不同分区与融合模式，仅用于解释边界约束的作用</a:t>
            </a:r>
          </a:p>
        </p:txBody>
      </p:sp>
    </p:spTree>
    <p:extLst>
      <p:ext uri="{BB962C8B-B14F-4D97-AF65-F5344CB8AC3E}">
        <p14:creationId xmlns:p14="http://schemas.microsoft.com/office/powerpoint/2010/main" val="1845409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12B68AE2-D85D-4E48-85D8-CA89D81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当前结果与后续实验方向</a:t>
            </a:r>
          </a:p>
        </p:txBody>
      </p:sp>
      <p:sp>
        <p:nvSpPr>
          <p:cNvPr id="2" name="text-256">
            <a:extLst xmlns:a="http://schemas.openxmlformats.org/drawingml/2006/main">
              <a:ext uri="{FF2B5EF4-FFF2-40B4-BE49-F238E27FC236}">
                <a16:creationId xmlns:a16="http://schemas.microsoft.com/office/drawing/2014/main" id="{853A00DE-9F60-4754-AADA-CB0CF4D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已有结果支持的结论，与仍需验证的问题分别列出</a:t>
            </a:r>
          </a:p>
        </p:txBody>
      </p:sp>
      <p:sp>
        <p:nvSpPr>
          <p:cNvPr id="3" name="text-257">
            <a:extLst xmlns:a="http://schemas.openxmlformats.org/drawingml/2006/main">
              <a:ext uri="{FF2B5EF4-FFF2-40B4-BE49-F238E27FC236}">
                <a16:creationId xmlns:a16="http://schemas.microsoft.com/office/drawing/2014/main" id="{88E3CE77-6A21-46CF-A75C-FF22070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text-258">
            <a:extLst xmlns:a="http://schemas.openxmlformats.org/drawingml/2006/main">
              <a:ext uri="{FF2B5EF4-FFF2-40B4-BE49-F238E27FC236}">
                <a16:creationId xmlns:a16="http://schemas.microsoft.com/office/drawing/2014/main" id="{CF0B9921-67EB-4370-A085-D4EAC5E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5" name="text-259">
            <a:extLst xmlns:a="http://schemas.openxmlformats.org/drawingml/2006/main">
              <a:ext uri="{FF2B5EF4-FFF2-40B4-BE49-F238E27FC236}">
                <a16:creationId xmlns:a16="http://schemas.microsoft.com/office/drawing/2014/main" id="{35BFE3B5-3745-48CA-BFB2-2BB26E0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两种 1024 × 1024 版图完成 CTM 与 LSM 优化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CTM 50 轮，Metal CTM 100 轮，两组 LSM 均 100 轮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统一回拼口径下，两组 LSM 全图 PE 相对原始版图下降超过 90%</a:t>
            </a:r>
          </a:p>
        </p:txBody>
      </p:sp>
      <p:sp>
        <p:nvSpPr>
          <p:cNvPr id="6" name="text-260">
            <a:extLst xmlns:a="http://schemas.openxmlformats.org/drawingml/2006/main">
              <a:ext uri="{FF2B5EF4-FFF2-40B4-BE49-F238E27FC236}">
                <a16:creationId xmlns:a16="http://schemas.microsoft.com/office/drawing/2014/main" id="{488248AC-7732-42F0-B199-63A7972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后续验证</a:t>
            </a:r>
          </a:p>
        </p:txBody>
      </p:sp>
      <p:sp>
        <p:nvSpPr>
          <p:cNvPr id="7" name="text-261">
            <a:extLst xmlns:a="http://schemas.openxmlformats.org/drawingml/2006/main">
              <a:ext uri="{FF2B5EF4-FFF2-40B4-BE49-F238E27FC236}">
                <a16:creationId xmlns:a16="http://schemas.microsoft.com/office/drawing/2014/main" id="{D0B5C1D0-26DC-4C93-88F4-8A36E05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095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比较主图 EPE、PE 与背景惩罚的权重，记录所有阶段耗时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复核 Metal 的 EP 配置，并结合中位数、P95 分析异常点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从最终回拼 mask 重提取 Halo，验证接缝成像和制造规则</a:t>
            </a:r>
          </a:p>
        </p:txBody>
      </p:sp>
    </p:spTree>
    <p:extLst>
      <p:ext uri="{BB962C8B-B14F-4D97-AF65-F5344CB8AC3E}">
        <p14:creationId xmlns:p14="http://schemas.microsoft.com/office/powerpoint/2010/main" val="383687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457F2-1056-4F0E-AD00-F47CA85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优化耗时与迭代规模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4B2F6-BEB8-45D5-9F9F-1F6452B6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记录完整优化调用的墙钟时间，最佳轮与完成轮分别列出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F0011-CB71-4E15-8646-A3E7C19A19FD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095500"/>
                <a:gridCol w="2095500"/>
                <a:gridCol w="3048000"/>
              </a:tblGrid>
              <a:tr h="6000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 / 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更新轮数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最佳轮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优化耗时 / s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189.22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209.24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A38F8-F8CB-4A7B-BEBD-CED54B96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LSM：Contact 约 3.15 分钟，Metal 约 3.49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08C70-AABF-4D29-A37A-E1BA8E6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的原结果文件未保存耗时字段或运行日志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DF3C1-150E-4501-B446-FD1B2035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计时包含优化初始化与全部 100 轮迭代，SOCS 光学准备、对比成像及文件输出另计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C2F12-00D3-48CA-B779-6DCB59A4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5616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2026-10-11T16:11:02.2390000Z</dcterms:created>
  <dcterms:modified xsi:type="dcterms:W3CDTF">2026-10-11T16:11:02.2390000Z</dcterms:modified>
</coreProperties>
</file>