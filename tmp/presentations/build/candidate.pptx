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7b1bd829004fa4" /><Relationship Type="http://schemas.openxmlformats.org/officeDocument/2006/relationships/extended-properties" Target="/docProps/app.xml" Id="R1dad52806b154846" /><Relationship Type="http://schemas.openxmlformats.org/officeDocument/2006/relationships/officeDocument" Target="/ppt/presentation.xml" Id="R69b1bdfee3ec434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a5ede9729af43a9"/>
  </p:sldMasterIdLst>
  <p:notesMasterIdLst>
    <p:notesMasterId xmlns:r="http://schemas.openxmlformats.org/officeDocument/2006/relationships" r:id="Re95603622ca044a0"/>
  </p:notesMasterIdLst>
  <p:sldIdLst>
    <p:sldId xmlns:r="http://schemas.openxmlformats.org/officeDocument/2006/relationships" id="256" r:id="Ra7c3c6b1dea74b6f"/>
    <p:sldId xmlns:r="http://schemas.openxmlformats.org/officeDocument/2006/relationships" id="257" r:id="R2cee5b78eb2d473a"/>
    <p:sldId xmlns:r="http://schemas.openxmlformats.org/officeDocument/2006/relationships" id="258" r:id="R878356b462a2440f"/>
    <p:sldId xmlns:r="http://schemas.openxmlformats.org/officeDocument/2006/relationships" id="259" r:id="R8100e81d8fb94cf6"/>
    <p:sldId xmlns:r="http://schemas.openxmlformats.org/officeDocument/2006/relationships" id="260" r:id="R2ea9f43946cf4829"/>
    <p:sldId xmlns:r="http://schemas.openxmlformats.org/officeDocument/2006/relationships" id="261" r:id="R473f65c734514f27"/>
    <p:sldId xmlns:r="http://schemas.openxmlformats.org/officeDocument/2006/relationships" id="262" r:id="Ra6618598f13d4ef3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c869f8ca2deb43c8"/>
      <p:bold xmlns:r="http://schemas.openxmlformats.org/officeDocument/2006/relationships" r:id="Rbacbb31f1a1147fb"/>
      <p:italic xmlns:r="http://schemas.openxmlformats.org/officeDocument/2006/relationships" r:id="R3c3beffae91e4d9d"/>
      <p:boldItalic xmlns:r="http://schemas.openxmlformats.org/officeDocument/2006/relationships" r:id="R4a7f2385f00a480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511da1aaab4fad" /><Relationship Type="http://schemas.openxmlformats.org/officeDocument/2006/relationships/slideMaster" Target="/ppt/slideMasters/slideMaster1.xml" Id="Rda5ede9729af43a9" /><Relationship Type="http://schemas.openxmlformats.org/officeDocument/2006/relationships/notesMaster" Target="/ppt/notesMasters/notesMaster1.xml" Id="Re95603622ca044a0" /><Relationship Type="http://schemas.openxmlformats.org/officeDocument/2006/relationships/presProps" Target="/ppt/presProps.xml" Id="R9fde541de3484ca2" /><Relationship Type="http://schemas.openxmlformats.org/officeDocument/2006/relationships/viewProps" Target="/ppt/viewProps.xml" Id="R6523a8769eb4402f" /><Relationship Type="http://schemas.openxmlformats.org/officeDocument/2006/relationships/tableStyles" Target="/ppt/tableStyles.xml" Id="R614952cd37524324" /><Relationship Type="http://schemas.openxmlformats.org/officeDocument/2006/relationships/font" Target="/ppt/fonts/font.dat" Id="Rc869f8ca2deb43c8" /><Relationship Type="http://schemas.openxmlformats.org/officeDocument/2006/relationships/font" Target="/ppt/fonts/font2.dat" Id="Rbacbb31f1a1147fb" /><Relationship Type="http://schemas.openxmlformats.org/officeDocument/2006/relationships/font" Target="/ppt/fonts/font3.dat" Id="R3c3beffae91e4d9d" /><Relationship Type="http://schemas.openxmlformats.org/officeDocument/2006/relationships/font" Target="/ppt/fonts/font4.dat" Id="R4a7f2385f00a4800" /><Relationship Type="http://schemas.openxmlformats.org/officeDocument/2006/relationships/slide" Target="/ppt/slides/slide1.xml" Id="Ra7c3c6b1dea74b6f" /><Relationship Type="http://schemas.openxmlformats.org/officeDocument/2006/relationships/slide" Target="/ppt/slides/slide2.xml" Id="R2cee5b78eb2d473a" /><Relationship Type="http://schemas.openxmlformats.org/officeDocument/2006/relationships/slide" Target="/ppt/slides/slide3.xml" Id="R878356b462a2440f" /><Relationship Type="http://schemas.openxmlformats.org/officeDocument/2006/relationships/slide" Target="/ppt/slides/slide4.xml" Id="R8100e81d8fb94cf6" /><Relationship Type="http://schemas.openxmlformats.org/officeDocument/2006/relationships/slide" Target="/ppt/slides/slide5.xml" Id="R2ea9f43946cf4829" /><Relationship Type="http://schemas.openxmlformats.org/officeDocument/2006/relationships/slide" Target="/ppt/slides/slide6.xml" Id="R473f65c734514f27" /><Relationship Type="http://schemas.openxmlformats.org/officeDocument/2006/relationships/slide" Target="/ppt/slides/slide7.xml" Id="Ra6618598f13d4e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93c35d969846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e088ef50434c3f" /><Relationship Type="http://schemas.openxmlformats.org/officeDocument/2006/relationships/notesMaster" Target="/ppt/notesMasters/notesMaster1.xml" Id="Rbaf83ecfdac748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d8778c91494b9a" /><Relationship Type="http://schemas.openxmlformats.org/officeDocument/2006/relationships/notesMaster" Target="/ppt/notesMasters/notesMaster1.xml" Id="Rec0b2d78ede845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ce3f060a1145fe" /><Relationship Type="http://schemas.openxmlformats.org/officeDocument/2006/relationships/notesMaster" Target="/ppt/notesMasters/notesMaster1.xml" Id="R782fee4e157e46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5c965672524e3d" /><Relationship Type="http://schemas.openxmlformats.org/officeDocument/2006/relationships/notesMaster" Target="/ppt/notesMasters/notesMaster1.xml" Id="R65fb260b812d48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7020fd6239466a" /><Relationship Type="http://schemas.openxmlformats.org/officeDocument/2006/relationships/notesMaster" Target="/ppt/notesMasters/notesMaster1.xml" Id="R261c002d816a4a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a9984ec0a44c26" /><Relationship Type="http://schemas.openxmlformats.org/officeDocument/2006/relationships/notesMaster" Target="/ppt/notesMasters/notesMaster1.xml" Id="R296789d13cd647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a0184c11de4942" /><Relationship Type="http://schemas.openxmlformats.org/officeDocument/2006/relationships/notesMaster" Target="/ppt/notesMasters/notesMaster1.xml" Id="R73344b8833c545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开场建议：各位面试官好，我叫王宇航，目前就读于广东工业大学控制工程专业。我的研究主要围绕反演光刻、曲线OPC和SRAF参数化优化展开。接下来我会重点介绍两段科研工作和一段腾讯量子实验室实习经历。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这一页控制在40秒。重点说明研究方向和能力结构，不逐条复述简历。可以补充：我的特点是能够把物理模型、优化算法和工程实现串联起来，并且既能用Python快速验证，也能用C++完成性能导向的实现。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这一页先建立主线：第一阶段解决像素级曲线掩模生成，第二阶段把高冗余结果转成可制造、可优化的参数化表达，第三阶段将参数化和自动化经验应用到量子器件仿真与预测。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讲解顺序：问题背景、个人职责、算法链路、工程实现。可补充说明速度场符号如何决定轮廓向内或向外运动，以及WENO在保持界面稳定和处理尖锐边界方面的作用。图片来自本地项目运行结果。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一页是科研重点，建议讲两分钟。先说明像素版图的数据冗余和制造表达问题，再讲轮廓抽稀、控制点优化和SRAF轻量化表达。图中展示了骨架线控制点以及宽度优化前后的PVBand结果。没有在简历中写明的具体EPE下降比例不要临时补数字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个人职责：参数化几何生成、批量仿真、数据整理与模型训练。六类器件包括低通和高通叉指电容、低通和高通螺旋电感、比特Z线及耦合器Z线。误差和周期缩短按简历口径展示，面试前建议再次确认测试集、误差定义和统计范围。涉及腾讯内部数据时只讲流程和方法，不展示未脱敏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建议：我的研究经历主要集中在物理建模、数值优化和工程实现，也积累了仿真数据与模型训练经验。希望将这些能力应用到贵公司的算法研发工作中。以上是我的介绍，谢谢各位面试官。请根据具体岗位JD调整最后一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d5b81027449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a153347094b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33c7bae0240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2973f0c5b42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07407e7d347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caa881bc54d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d58349a47447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74c9530474f0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3799385541473a" /><Relationship Type="http://schemas.openxmlformats.org/officeDocument/2006/relationships/slideLayout" Target="/ppt/slideLayouts/slideLayout1.xml" Id="Raec55ae23de14f40" /><Relationship Type="http://schemas.openxmlformats.org/officeDocument/2006/relationships/slideLayout" Target="/ppt/slideLayouts/slideLayout2.xml" Id="R865b14bdf92047ab" /><Relationship Type="http://schemas.openxmlformats.org/officeDocument/2006/relationships/slideLayout" Target="/ppt/slideLayouts/slideLayout3.xml" Id="Rfd2d6d1852134f6e" /><Relationship Type="http://schemas.openxmlformats.org/officeDocument/2006/relationships/slideLayout" Target="/ppt/slideLayouts/slideLayout4.xml" Id="Rafaaac9de4464699" /><Relationship Type="http://schemas.openxmlformats.org/officeDocument/2006/relationships/slideLayout" Target="/ppt/slideLayouts/slideLayout5.xml" Id="Rc83c6500e0b0474f" /><Relationship Type="http://schemas.openxmlformats.org/officeDocument/2006/relationships/slideLayout" Target="/ppt/slideLayouts/slideLayout6.xml" Id="Rdd190b2d72aa4de1" /><Relationship Type="http://schemas.openxmlformats.org/officeDocument/2006/relationships/slideLayout" Target="/ppt/slideLayouts/slideLayout7.xml" Id="R4e9b2f7f74854e07" /><Relationship Type="http://schemas.openxmlformats.org/officeDocument/2006/relationships/slideLayout" Target="/ppt/slideLayouts/slideLayout8.xml" Id="Rf7d259706bed48c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c55ae23de14f40"/>
    <p:sldLayoutId xmlns:r="http://schemas.openxmlformats.org/officeDocument/2006/relationships" id="2147483650" r:id="R865b14bdf92047ab"/>
    <p:sldLayoutId xmlns:r="http://schemas.openxmlformats.org/officeDocument/2006/relationships" id="2147483651" r:id="Rfd2d6d1852134f6e"/>
    <p:sldLayoutId xmlns:r="http://schemas.openxmlformats.org/officeDocument/2006/relationships" id="2147483652" r:id="Rafaaac9de4464699"/>
    <p:sldLayoutId xmlns:r="http://schemas.openxmlformats.org/officeDocument/2006/relationships" id="2147483653" r:id="Rc83c6500e0b0474f"/>
    <p:sldLayoutId xmlns:r="http://schemas.openxmlformats.org/officeDocument/2006/relationships" id="2147483654" r:id="Rdd190b2d72aa4de1"/>
    <p:sldLayoutId xmlns:r="http://schemas.openxmlformats.org/officeDocument/2006/relationships" id="2147483655" r:id="R4e9b2f7f74854e07"/>
    <p:sldLayoutId xmlns:r="http://schemas.openxmlformats.org/officeDocument/2006/relationships" id="2147483656" r:id="Rf7d259706bed48c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02a7f355e4d57" /><Relationship Type="http://schemas.openxmlformats.org/officeDocument/2006/relationships/image" Target="/ppt/media/image.png" Id="Ra2091efeaab34e4c" /><Relationship Type="http://schemas.openxmlformats.org/officeDocument/2006/relationships/notesSlide" Target="/ppt/notesSlides/notesSlide1.xml" Id="R5299907d35bd43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c4a4f8a47e4d00" /><Relationship Type="http://schemas.openxmlformats.org/officeDocument/2006/relationships/notesSlide" Target="/ppt/notesSlides/notesSlide2.xml" Id="R81545323734947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961348990450b" /><Relationship Type="http://schemas.openxmlformats.org/officeDocument/2006/relationships/notesSlide" Target="/ppt/notesSlides/notesSlide3.xml" Id="Rc9f3b7f1686b4d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373a65b514007" /><Relationship Type="http://schemas.openxmlformats.org/officeDocument/2006/relationships/image" Target="/ppt/media/image2.png" Id="Raceb3b7bb04f46dd" /><Relationship Type="http://schemas.openxmlformats.org/officeDocument/2006/relationships/notesSlide" Target="/ppt/notesSlides/notesSlide4.xml" Id="R8dbdd629ce994a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93b6661bd4b5d" /><Relationship Type="http://schemas.openxmlformats.org/officeDocument/2006/relationships/image" Target="/ppt/media/image3.png" Id="R083aed21f6274368" /><Relationship Type="http://schemas.openxmlformats.org/officeDocument/2006/relationships/image" Target="/ppt/media/image4.png" Id="Re6c75724b06e4b21" /><Relationship Type="http://schemas.openxmlformats.org/officeDocument/2006/relationships/notesSlide" Target="/ppt/notesSlides/notesSlide5.xml" Id="R8a638816127440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201c81671744bd" /><Relationship Type="http://schemas.openxmlformats.org/officeDocument/2006/relationships/notesSlide" Target="/ppt/notesSlides/notesSlide6.xml" Id="Rb77ac23f547248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76af0b49c4e47" /><Relationship Type="http://schemas.openxmlformats.org/officeDocument/2006/relationships/notesSlide" Target="/ppt/notesSlides/notesSlide7.xml" Id="R81e4c06f43eb45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A48FC-4396-4EC3-A6F9-8B758BE8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9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D0C46-97F8-4A04-B3B9-A48E4171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71550"/>
            <a:ext cx="4038600" cy="44767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91efeaab34e4c"/>
          <a:stretch xmlns:a="http://schemas.openxmlformats.org/drawingml/2006/main"/>
        </p:blipFill>
        <p:spPr>
          <a:xfrm xmlns:a="http://schemas.openxmlformats.org/drawingml/2006/main">
            <a:off x="7524750" y="1257300"/>
            <a:ext cx="3467100" cy="3467100"/>
          </a:xfrm>
          <a:prstGeom xmlns:a="http://schemas.openxmlformats.org/drawingml/2006/main" prst="roundRect">
            <a:avLst>
              <a:gd name="adj" fmla="val 604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B65CC-A9ED-4523-BDD3-6186667C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技术面试汇报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194DA-5EDA-4571-A832-7D466770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810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20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个人技术经历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20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与项目汇报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C2E39-DBC9-4DC6-AD8E-E244A984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曲线 OPC · 反演光刻 · 参数化优化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88D14-4776-4259-BF4C-B99FE5BB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5810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王宇航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广东工业大学｜控制工程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应聘岗位：算法研发 / EDA研发（按JD修改）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1B811-F883-4651-81B2-CDD3523E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8578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8分钟版本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F33624-0016-463F-B867-6A021CE7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教育背景与能力结构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6733D-DDEE-4A9C-B03A-DA282CD1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DE0EC99-BF40-47C2-A334-39F66BEA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2EE1297-B0C0-4387-9ACF-2EFB73F9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78EAD-DFE7-4DFD-AD96-17694E74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教育背景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75B42-A8A1-4162-A040-66F1CC2C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广东工业大学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5F1DE-8CC6-4DA1-8852-0A0D3AE2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2024.09 - 至今｜控制工程 硕士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44D46-7A9B-48FA-BB9E-C36E20AB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研究方向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6AB1D-1DCB-4CA3-A98F-99CB12CE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曲线 OPC、SRAF 放置、反演光刻技术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E5EAE-8E64-4660-B427-79D0C277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4476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38B4D-EC4B-443D-9632-3FAB7E85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专业成绩 3.93 / 5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2025学年研究生一等奖学金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D28AD-AEEC-4293-A170-F18199FF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192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6E1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DE09A-9FD5-479B-9892-46DEEA1F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43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能力结构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0FAB9-47D6-4468-B9FA-2A5591AF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物理建模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2D869-3464-40A3-B318-02BA826F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621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傅里叶光学与光刻成像模型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CED19-96B9-4D39-8977-38278271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90825"/>
            <a:ext cx="481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58299-3822-4CDA-A21A-6C0B2EAA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数值优化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4BAC9-8155-45A3-9ACD-1E7F0273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Level-set、WENO、EPE、MEEF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F8B3F-31B1-46D2-80B9-1B03E2CD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86175"/>
            <a:ext cx="481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5FD687-33DE-4B6C-B7F2-C4D659F1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工程实现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66C05-170D-4703-A13E-6CF5EA04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Python算法验证、C++面向对象实现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29F69-BEDA-49BE-A3B1-6A00A012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481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B8EBE-53EB-4D91-A3A1-818D24F8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38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数据建模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AF7D0-4036-422D-9E87-39351C55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482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批量仿真、数据集建设、正向与逆向预测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2C1262-251E-46A5-9027-23725EE5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从物理建模到工程预测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3EAE8-E22A-42C8-90A5-9E89EA8E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58C197-4DD5-4865-A127-B6C1F49E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C8D069C-9987-4970-8066-F6516277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FDC43-7885-4FB8-A94C-E6C1182B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研究与实习围绕参数化、优化和自动化展开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A5020-4C70-46FC-80E8-9857F21D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EBABB-9BF8-4602-B864-16016E2A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C93"/>
          </a:soli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49146-8EB5-4B52-9E83-5DE506B7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2024.09 - 2025.05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2C6D6-E133-4E8B-99FA-96C86C0C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Level-set 反演光刻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8D562-A342-4625-933C-3DEBB31C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914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光刻成像模型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WENO空间离散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模式误差驱动轮廓演化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A4F18-9C2F-42E4-82F3-D21DB1DD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C93"/>
          </a:soli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DFAA3-83EA-4963-90DB-10E39529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193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2025.06 - 2026.03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0A855-7026-4617-B491-04C1E111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参数化曲线 OPC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DC78E-21C5-4246-8895-34EBC8B0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2914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轮廓抽稀与曲线拟合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MEEF控制点优化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SRAF骨架线与宽度表达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FA36A-E3F6-4290-B1EF-A17F4136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C93"/>
          </a:soli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8CD77-9F7E-4908-A2BE-B19DCD08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2026.04 - 2026.07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729FB-0F6A-4A3D-BDCE-DD6F611D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62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腾讯量子实验室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738D9-EB9D-46AD-992C-2E2D0AE1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2914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参数化批量仿真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正向与逆向预测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设计流程自动化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b3b7bb04f46dd"/>
          <a:stretch xmlns:a="http://schemas.openxmlformats.org/drawingml/2006/main"/>
        </p:blipFill>
        <p:spPr>
          <a:xfrm xmlns:a="http://schemas.openxmlformats.org/drawingml/2006/main">
            <a:off x="5905500" y="2054406"/>
            <a:ext cx="5619750" cy="2749188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5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B9CC43-F10F-47A6-BF15-FC959FF2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基于水平集的反演光刻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0AEFC0A-5C08-4154-87B8-24EB25E5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</p:sp>
      <p:sp>
        <p:nvSpPr>
          <p:cNvPr id="53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5581EE-321F-423D-B110-8B58743F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38" name="footer">
            <a:extLst xmlns:a="http://schemas.openxmlformats.org/drawingml/2006/main">
              <a:ext uri="{FF2B5EF4-FFF2-40B4-BE49-F238E27FC236}">
                <a16:creationId xmlns:a16="http://schemas.microsoft.com/office/drawing/2014/main" id="{88AA9DF5-FD24-4AAF-8E2E-D613C96B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521E3F5-D634-4654-9DFC-EAE0BD4A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项目目标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E790C83-3DE6-43B4-ACA8-EBACDE4B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4876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通过 ILT 提高复杂版图的成像质量，并生成曲线掩模与 SRAF。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8A402C7-2019-4308-ACD6-921CF040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个人工作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9B7EA0B-01E3-4174-BC24-08443868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4933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19050" bIns="0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基于傅里叶光学构建光刻成像模型</a:t>
            </a:r>
          </a:p>
          <a:p xmlns:a="http://schemas.openxmlformats.org/drawingml/2006/main"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以模式误差作为速度场驱动轮廓演化</a:t>
            </a:r>
          </a:p>
          <a:p xmlns:a="http://schemas.openxmlformats.org/drawingml/2006/main"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采用WENO格式完成空间离散</a:t>
            </a:r>
          </a:p>
          <a:p xmlns:a="http://schemas.openxmlformats.org/drawingml/2006/main"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完成Python与C++双平台实现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F8A1541-DC10-4981-AA40-557416F6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816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项目运行结果示例：目标、空中像与掩模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B0FB38-2010-48D4-9037-A395751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参数化曲线 OPC 与 SRAF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B3216-9906-4439-B3C6-ED995B26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96337F-06A6-4A63-8A89-16C3D821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E57D1E7-A697-4B31-9558-629446B1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821A2-EDF5-4849-B5C1-1BD3DA4B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将高冗余的像素版图转化为“主图形控制点 + SRAF骨架线控制点 + 宽度”的轻量化表达。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894A3-84CD-46C6-8CDA-62A20704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3857625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aed21f6274368"/>
          <a:stretch xmlns:a="http://schemas.openxmlformats.org/drawingml/2006/main"/>
        </p:blipFill>
        <p:spPr>
          <a:xfrm xmlns:a="http://schemas.openxmlformats.org/drawingml/2006/main">
            <a:off x="1204913" y="2143125"/>
            <a:ext cx="2514600" cy="2514600"/>
          </a:xfrm>
          <a:prstGeom xmlns:a="http://schemas.openxmlformats.org/drawingml/2006/main" prst="roundRect">
            <a:avLst>
              <a:gd name="adj" fmla="val 530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726FC-9F38-4F91-B0F5-AF5899A4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69723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75724b06e4b21"/>
          <a:stretch xmlns:a="http://schemas.openxmlformats.org/drawingml/2006/main"/>
        </p:blipFill>
        <p:spPr>
          <a:xfrm xmlns:a="http://schemas.openxmlformats.org/drawingml/2006/main">
            <a:off x="5947761" y="2143125"/>
            <a:ext cx="4411278" cy="2514600"/>
          </a:xfrm>
          <a:prstGeom xmlns:a="http://schemas.openxmlformats.org/drawingml/2006/main" prst="roundRect">
            <a:avLst>
              <a:gd name="adj" fmla="val 530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417E2-32DB-453D-A6D0-276AAE97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骨架线与控制点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F4696-D619-4893-98BF-8B16C1F0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697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SRAF宽度优化与PVBand对比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BFF0E-A1D4-4153-8BCE-2ECE8F61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轮廓抽稀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7454D-F445-468C-97D2-E9492B62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等距采样、DP简化、曲率采样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FE68A-FFF5-4583-AB3A-EAAEFD6E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控制点优化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142CE-CBD8-4DE4-B75A-2A460392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292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EPE与控制点位移构建MEEF矩阵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6FC88-61E0-4CF8-940F-F2CC973A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SRAF表达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DA368-D46C-4ED7-B9E3-403DD360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6292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骨架线控制点与宽度分阶段优化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131357-5F8C-42B5-A35A-6F0F5159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腾讯量子实验室：仿真数据与模型训练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3EBBB-8042-4300-98DA-F252598D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F9F52C-704D-49E5-A3AA-9338A22E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ED1B2A9-ADB9-42C8-8951-5851D88E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DD2F1-114F-4BF1-A42E-84D2AF5D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搭建几何参数生成、批量仿真、数据收集和模型训练的自动化流程。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DB22A-7541-4D3B-ABC9-552258E9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51494-BDA4-48F7-A563-0447310B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几何参数生成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08E4A-02BD-422C-9868-8ACA66C5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2887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DDD32-4193-4C62-AA98-A4438267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1BEDA-2408-4159-B581-5BB94097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62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批量仿真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C9962-1228-4B50-851D-F7AEDA9A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B2AC1-83D1-47B2-854F-B07F4414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33600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8249A-96C4-491F-AFDA-E8B9201C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数据集建设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B15CD-5134-461E-8DD3-A590ACA5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2887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86BC5-0CC6-4A02-8BB2-8841C790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33600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9AA26-FCA5-4F91-9316-F3107DC2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62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模型训练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951FC-D1B4-45CD-9D3E-40B2184B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2887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CD5E9-3183-42D1-9565-493A032E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33600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5C93"/>
          </a:solidFill>
          <a:ln xmlns:a="http://schemas.openxmlformats.org/drawingml/2006/main" w="9525">
            <a:solidFill>
              <a:srgbClr val="155C9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2CF46-3672-4AA2-ADD7-43D82B6E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2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正向 / 逆向预测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90E15-65E7-4686-85A0-7B336B4C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32956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F2F6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97518-49E4-4906-BFD1-6E8A536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6类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308E5-E673-403E-B596-3D5495B2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超导量子器件数据集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0934EF-EE1E-41D2-A8F6-0D43336C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05300"/>
            <a:ext cx="32956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F2F6F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80266-7859-4A1B-939E-4FA2C0DD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958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A9BD1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3A9BD1"/>
                </a:solidFill>
                <a:latin typeface="PingFang SC"/>
                <a:ea typeface="PingFang SC"/>
                <a:cs typeface="PingFang SC"/>
              </a:rPr>
              <a:t>≤ 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3AC81-F86F-43AC-A840-15F0E252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054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正向与逆向预测误差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466AC7-40F3-4ADD-B99A-A7E07FB1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05300"/>
            <a:ext cx="32956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F2F6F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28E7ED-6F89-4DC9-B65C-1196EE33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0A35E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0A35E"/>
                </a:solidFill>
                <a:latin typeface="PingFang SC"/>
                <a:ea typeface="PingFang SC"/>
                <a:cs typeface="PingFang SC"/>
              </a:rPr>
              <a:t>&gt; 90%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979D7F-EE2E-4E69-AA76-43A3D733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054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设计周期缩短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8C1A20-E2D9-42AC-82F3-CD61D9C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科研成果与岗位匹配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C58E4-8CA3-4976-834B-405C2882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55F27E-ED16-4AEB-B89C-FFBB3A06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318E14F-FA3E-4FC5-AE8E-FD3DACE3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王宇航｜感谢各位面试官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DA9E8-A272-4F56-9393-811A83BF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代表性成果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1C121-2BFE-4338-AD0E-07B367B8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19050" bIns="0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《基于参数化曲线的曲线OPC》｜光学学报，作者1</a:t>
            </a:r>
          </a:p>
          <a:p xmlns:a="http://schemas.openxmlformats.org/drawingml/2006/main"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Enforcement of curvy MRC compliance...｜Optics Express，作者2</a:t>
            </a:r>
          </a:p>
          <a:p xmlns:a="http://schemas.openxmlformats.org/drawingml/2006/main"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Parametric curvilinear OPC using B-splines...｜IWAPS，作者1</a:t>
            </a:r>
          </a:p>
          <a:p xmlns:a="http://schemas.openxmlformats.org/drawingml/2006/main"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参数化曲线掩模OPC方法｜发明专利，作者3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39430-F5B1-4C4F-A124-15B40181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6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8FF92-D20F-4219-96B0-B0EE5552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049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岗位匹配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55E00-D4FE-4D2F-B4E6-269386CF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5265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算法能力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17237-1171-4F26-9C22-959716E5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52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物理建模与数值优化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06018-7B13-4CCA-9A2D-46D2AFE7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工程能力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BDBCF-0F43-4839-A767-6647C1DF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Python验证与C++实现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00F6B-2D57-4CBE-BCD1-420499B7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955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数据能力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3FB83-D535-4BDD-8E1D-AAE8F60E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19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仿真自动化与预测模型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437FA-AC64-4E00-9719-23B3D77E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57750"/>
            <a:ext cx="42672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F75EC-A39F-41E4-A265-F903339B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0540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期待将这些经验应用到贵公司的算法研发工作中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58D80-D4AD-4701-948A-2B2B6A8A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2026-09-13T08:04:22.5640000Z</dcterms:created>
  <dcterms:modified xsi:type="dcterms:W3CDTF">2026-09-13T08:04:22.5640000Z</dcterms:modified>
</coreProperties>
</file>